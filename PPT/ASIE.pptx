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CB3B7-1BAB-4AF0-94B7-6BD4291C8DF6}" v="18" dt="2026-02-18T12:24:30.82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20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 patidar" userId="74122da97bf20a1e" providerId="LiveId" clId="{F7EC3127-914B-4441-978F-C947DF4AC137}"/>
    <pc:docChg chg="custSel modSld">
      <pc:chgData name="kartik patidar" userId="74122da97bf20a1e" providerId="LiveId" clId="{F7EC3127-914B-4441-978F-C947DF4AC137}" dt="2026-02-18T12:28:19.468" v="485" actId="14100"/>
      <pc:docMkLst>
        <pc:docMk/>
      </pc:docMkLst>
      <pc:sldChg chg="addSp delSp modSp mod">
        <pc:chgData name="kartik patidar" userId="74122da97bf20a1e" providerId="LiveId" clId="{F7EC3127-914B-4441-978F-C947DF4AC137}" dt="2026-02-18T12:27:51.286" v="480" actId="1036"/>
        <pc:sldMkLst>
          <pc:docMk/>
          <pc:sldMk cId="0" sldId="256"/>
        </pc:sldMkLst>
        <pc:spChg chg="mod">
          <ac:chgData name="kartik patidar" userId="74122da97bf20a1e" providerId="LiveId" clId="{F7EC3127-914B-4441-978F-C947DF4AC137}" dt="2026-02-18T12:26:49.825" v="456" actId="14100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kartik patidar" userId="74122da97bf20a1e" providerId="LiveId" clId="{F7EC3127-914B-4441-978F-C947DF4AC137}" dt="2026-02-18T12:13:46.216" v="87" actId="21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kartik patidar" userId="74122da97bf20a1e" providerId="LiveId" clId="{F7EC3127-914B-4441-978F-C947DF4AC137}" dt="2026-02-18T12:13:24.302" v="85" actId="21"/>
          <ac:spMkLst>
            <pc:docMk/>
            <pc:sldMk cId="0" sldId="256"/>
            <ac:spMk id="4" creationId="{00000000-0000-0000-0000-000000000000}"/>
          </ac:spMkLst>
        </pc:spChg>
        <pc:spChg chg="mod">
          <ac:chgData name="kartik patidar" userId="74122da97bf20a1e" providerId="LiveId" clId="{F7EC3127-914B-4441-978F-C947DF4AC137}" dt="2026-02-18T12:26:42.876" v="455" actId="2711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kartik patidar" userId="74122da97bf20a1e" providerId="LiveId" clId="{F7EC3127-914B-4441-978F-C947DF4AC137}" dt="2026-02-18T12:19:26.419" v="359" actId="21"/>
          <ac:spMkLst>
            <pc:docMk/>
            <pc:sldMk cId="0" sldId="256"/>
            <ac:spMk id="6" creationId="{21625063-4097-2046-8BA1-5781CE959CE3}"/>
          </ac:spMkLst>
        </pc:spChg>
        <pc:spChg chg="add mod">
          <ac:chgData name="kartik patidar" userId="74122da97bf20a1e" providerId="LiveId" clId="{F7EC3127-914B-4441-978F-C947DF4AC137}" dt="2026-02-18T12:14:33.926" v="121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kartik patidar" userId="74122da97bf20a1e" providerId="LiveId" clId="{F7EC3127-914B-4441-978F-C947DF4AC137}" dt="2026-02-18T12:26:42.876" v="455" actId="2711"/>
          <ac:spMkLst>
            <pc:docMk/>
            <pc:sldMk cId="0" sldId="256"/>
            <ac:spMk id="8" creationId="{A96438A9-4887-C743-05B5-2A566E670032}"/>
          </ac:spMkLst>
        </pc:spChg>
        <pc:spChg chg="add mod">
          <ac:chgData name="kartik patidar" userId="74122da97bf20a1e" providerId="LiveId" clId="{F7EC3127-914B-4441-978F-C947DF4AC137}" dt="2026-02-18T12:27:36.363" v="469" actId="1038"/>
          <ac:spMkLst>
            <pc:docMk/>
            <pc:sldMk cId="0" sldId="256"/>
            <ac:spMk id="9" creationId="{56633395-0E76-74FE-6B55-95EBDA3854EE}"/>
          </ac:spMkLst>
        </pc:spChg>
        <pc:spChg chg="add mod">
          <ac:chgData name="kartik patidar" userId="74122da97bf20a1e" providerId="LiveId" clId="{F7EC3127-914B-4441-978F-C947DF4AC137}" dt="2026-02-18T12:27:42.548" v="473" actId="1036"/>
          <ac:spMkLst>
            <pc:docMk/>
            <pc:sldMk cId="0" sldId="256"/>
            <ac:spMk id="10" creationId="{8DCDF690-00F9-6239-87AF-C9FCA446DD4B}"/>
          </ac:spMkLst>
        </pc:spChg>
        <pc:spChg chg="add mod">
          <ac:chgData name="kartik patidar" userId="74122da97bf20a1e" providerId="LiveId" clId="{F7EC3127-914B-4441-978F-C947DF4AC137}" dt="2026-02-18T12:27:51.286" v="480" actId="1036"/>
          <ac:spMkLst>
            <pc:docMk/>
            <pc:sldMk cId="0" sldId="256"/>
            <ac:spMk id="11" creationId="{7922D79B-F873-0908-E255-30811CD8CD89}"/>
          </ac:spMkLst>
        </pc:spChg>
      </pc:sldChg>
      <pc:sldChg chg="addSp modSp mod">
        <pc:chgData name="kartik patidar" userId="74122da97bf20a1e" providerId="LiveId" clId="{F7EC3127-914B-4441-978F-C947DF4AC137}" dt="2026-02-18T12:28:19.468" v="485" actId="14100"/>
        <pc:sldMkLst>
          <pc:docMk/>
          <pc:sldMk cId="0" sldId="257"/>
        </pc:sldMkLst>
        <pc:spChg chg="mod">
          <ac:chgData name="kartik patidar" userId="74122da97bf20a1e" providerId="LiveId" clId="{F7EC3127-914B-4441-978F-C947DF4AC137}" dt="2026-02-18T12:28:15.220" v="484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kartik patidar" userId="74122da97bf20a1e" providerId="LiveId" clId="{F7EC3127-914B-4441-978F-C947DF4AC137}" dt="2026-02-18T12:28:19.468" v="485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kartik patidar" userId="74122da97bf20a1e" providerId="LiveId" clId="{F7EC3127-914B-4441-978F-C947DF4AC137}" dt="2026-02-18T12:28:15.220" v="484" actId="2711"/>
          <ac:spMkLst>
            <pc:docMk/>
            <pc:sldMk cId="0" sldId="257"/>
            <ac:spMk id="5" creationId="{00000000-0000-0000-0000-000000000000}"/>
          </ac:spMkLst>
        </pc:spChg>
        <pc:spChg chg="add mod">
          <ac:chgData name="kartik patidar" userId="74122da97bf20a1e" providerId="LiveId" clId="{F7EC3127-914B-4441-978F-C947DF4AC137}" dt="2026-02-18T12:28:15.220" v="484" actId="2711"/>
          <ac:spMkLst>
            <pc:docMk/>
            <pc:sldMk cId="0" sldId="257"/>
            <ac:spMk id="6" creationId="{DA85AA1C-4BE0-1DE4-16D1-8B8BA1A1D413}"/>
          </ac:spMkLst>
        </pc:spChg>
        <pc:spChg chg="add mod">
          <ac:chgData name="kartik patidar" userId="74122da97bf20a1e" providerId="LiveId" clId="{F7EC3127-914B-4441-978F-C947DF4AC137}" dt="2026-02-18T12:28:15.220" v="484" actId="2711"/>
          <ac:spMkLst>
            <pc:docMk/>
            <pc:sldMk cId="0" sldId="257"/>
            <ac:spMk id="7" creationId="{D70DC003-4C76-6F08-B4E6-5D0340421760}"/>
          </ac:spMkLst>
        </pc:spChg>
        <pc:spChg chg="add mod">
          <ac:chgData name="kartik patidar" userId="74122da97bf20a1e" providerId="LiveId" clId="{F7EC3127-914B-4441-978F-C947DF4AC137}" dt="2026-02-18T12:28:15.220" v="484" actId="2711"/>
          <ac:spMkLst>
            <pc:docMk/>
            <pc:sldMk cId="0" sldId="257"/>
            <ac:spMk id="8" creationId="{50405019-2F52-682C-8D5C-8497F70E235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6AE4F1-5F20-4B15-9E3D-B73E176C724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B82785-6932-4C10-8E6C-509C1BFBCEF1}">
      <dgm:prSet phldrT="[Text]" custT="1"/>
      <dgm:spPr/>
      <dgm:t>
        <a:bodyPr/>
        <a:lstStyle/>
        <a:p>
          <a:r>
            <a:rPr lang="en-US" sz="3200" dirty="0"/>
            <a:t>Job Market</a:t>
          </a:r>
        </a:p>
      </dgm:t>
    </dgm:pt>
    <dgm:pt modelId="{D234E2E1-1C42-4834-9B54-AD8EA189F2F8}" type="parTrans" cxnId="{636CAE46-44FE-49C8-8E26-83B3BB802AE4}">
      <dgm:prSet/>
      <dgm:spPr/>
      <dgm:t>
        <a:bodyPr/>
        <a:lstStyle/>
        <a:p>
          <a:endParaRPr lang="en-US"/>
        </a:p>
      </dgm:t>
    </dgm:pt>
    <dgm:pt modelId="{CA511FC1-4155-4676-B3D6-186EBD2FB0BA}" type="sibTrans" cxnId="{636CAE46-44FE-49C8-8E26-83B3BB802AE4}">
      <dgm:prSet/>
      <dgm:spPr/>
      <dgm:t>
        <a:bodyPr/>
        <a:lstStyle/>
        <a:p>
          <a:endParaRPr lang="en-US"/>
        </a:p>
      </dgm:t>
    </dgm:pt>
    <dgm:pt modelId="{5CF09168-48DE-452C-99EB-D0B9F98B2E62}">
      <dgm:prSet phldrT="[Text]" custT="1"/>
      <dgm:spPr/>
      <dgm:t>
        <a:bodyPr/>
        <a:lstStyle/>
        <a:p>
          <a:pPr algn="ctr"/>
          <a:r>
            <a:rPr lang="en-US" sz="2400" dirty="0"/>
            <a:t>What employers need RIGHT NOW</a:t>
          </a:r>
        </a:p>
      </dgm:t>
    </dgm:pt>
    <dgm:pt modelId="{B50EF379-C9AE-42A8-B38B-5A1BECD3F988}" type="parTrans" cxnId="{F559FA28-E44E-495D-9FC2-5FA492401627}">
      <dgm:prSet/>
      <dgm:spPr/>
      <dgm:t>
        <a:bodyPr/>
        <a:lstStyle/>
        <a:p>
          <a:endParaRPr lang="en-US"/>
        </a:p>
      </dgm:t>
    </dgm:pt>
    <dgm:pt modelId="{D6A4F064-127B-4C78-AE46-DAE073AA196C}" type="sibTrans" cxnId="{F559FA28-E44E-495D-9FC2-5FA492401627}">
      <dgm:prSet/>
      <dgm:spPr/>
      <dgm:t>
        <a:bodyPr/>
        <a:lstStyle/>
        <a:p>
          <a:endParaRPr lang="en-US"/>
        </a:p>
      </dgm:t>
    </dgm:pt>
    <dgm:pt modelId="{3240ADAE-69E0-4445-96AC-5F99B2FACF1E}">
      <dgm:prSet phldrT="[Text]" custT="1"/>
      <dgm:spPr/>
      <dgm:t>
        <a:bodyPr/>
        <a:lstStyle/>
        <a:p>
          <a:r>
            <a:rPr lang="en-US" sz="3200" dirty="0"/>
            <a:t>Patent Filings</a:t>
          </a:r>
        </a:p>
      </dgm:t>
    </dgm:pt>
    <dgm:pt modelId="{C0942712-D26D-4F92-8665-AC046A3E5F8B}" type="parTrans" cxnId="{2F6C6F8E-DFA1-4C2E-A0E0-AFC929B36D55}">
      <dgm:prSet/>
      <dgm:spPr/>
      <dgm:t>
        <a:bodyPr/>
        <a:lstStyle/>
        <a:p>
          <a:endParaRPr lang="en-US"/>
        </a:p>
      </dgm:t>
    </dgm:pt>
    <dgm:pt modelId="{32360DE2-DEDD-4E8B-8A87-403A469B383C}" type="sibTrans" cxnId="{2F6C6F8E-DFA1-4C2E-A0E0-AFC929B36D55}">
      <dgm:prSet/>
      <dgm:spPr/>
      <dgm:t>
        <a:bodyPr/>
        <a:lstStyle/>
        <a:p>
          <a:endParaRPr lang="en-US"/>
        </a:p>
      </dgm:t>
    </dgm:pt>
    <dgm:pt modelId="{F3883CF7-D25E-4768-8427-2F745631AA83}">
      <dgm:prSet phldrT="[Text]" custT="1"/>
      <dgm:spPr/>
      <dgm:t>
        <a:bodyPr/>
        <a:lstStyle/>
        <a:p>
          <a:pPr algn="ctr"/>
          <a:r>
            <a:rPr lang="en-US" sz="2400" dirty="0"/>
            <a:t>What's being INVENTED </a:t>
          </a:r>
        </a:p>
      </dgm:t>
    </dgm:pt>
    <dgm:pt modelId="{CB9BB58D-6123-487C-9DCE-FF77CE38C6EC}" type="parTrans" cxnId="{E1F21C5F-733E-47C3-935E-7D4CB6013FBE}">
      <dgm:prSet/>
      <dgm:spPr/>
      <dgm:t>
        <a:bodyPr/>
        <a:lstStyle/>
        <a:p>
          <a:endParaRPr lang="en-US"/>
        </a:p>
      </dgm:t>
    </dgm:pt>
    <dgm:pt modelId="{B2A13026-66F6-41E5-B94E-CE99EF5EAB80}" type="sibTrans" cxnId="{E1F21C5F-733E-47C3-935E-7D4CB6013FBE}">
      <dgm:prSet/>
      <dgm:spPr/>
      <dgm:t>
        <a:bodyPr/>
        <a:lstStyle/>
        <a:p>
          <a:endParaRPr lang="en-US"/>
        </a:p>
      </dgm:t>
    </dgm:pt>
    <dgm:pt modelId="{277FD959-8C34-4572-B51B-F3FE238D2B54}">
      <dgm:prSet phldrT="[Text]" custT="1"/>
      <dgm:spPr/>
      <dgm:t>
        <a:bodyPr/>
        <a:lstStyle/>
        <a:p>
          <a:r>
            <a:rPr lang="en-US" sz="3200" dirty="0"/>
            <a:t>Research Papers</a:t>
          </a:r>
        </a:p>
      </dgm:t>
    </dgm:pt>
    <dgm:pt modelId="{22C291A5-0765-4D66-988A-3971DB59FC8F}" type="parTrans" cxnId="{408EEAFE-FEAD-4128-85A8-FCC5DEEE221C}">
      <dgm:prSet/>
      <dgm:spPr/>
      <dgm:t>
        <a:bodyPr/>
        <a:lstStyle/>
        <a:p>
          <a:endParaRPr lang="en-US"/>
        </a:p>
      </dgm:t>
    </dgm:pt>
    <dgm:pt modelId="{ADE64A07-12D7-45F6-9C79-B02D8D47B69E}" type="sibTrans" cxnId="{408EEAFE-FEAD-4128-85A8-FCC5DEEE221C}">
      <dgm:prSet/>
      <dgm:spPr/>
      <dgm:t>
        <a:bodyPr/>
        <a:lstStyle/>
        <a:p>
          <a:endParaRPr lang="en-US"/>
        </a:p>
      </dgm:t>
    </dgm:pt>
    <dgm:pt modelId="{C5D9C06D-DB0E-483E-8990-D8EF1892A29F}">
      <dgm:prSet phldrT="[Text]" custT="1"/>
      <dgm:spPr/>
      <dgm:t>
        <a:bodyPr/>
        <a:lstStyle/>
        <a:p>
          <a:pPr algn="ctr"/>
          <a:r>
            <a:rPr lang="en-US" sz="2400" dirty="0"/>
            <a:t>What's being DISCOVERED </a:t>
          </a:r>
        </a:p>
      </dgm:t>
    </dgm:pt>
    <dgm:pt modelId="{802628F5-AC07-4BBC-A8F5-78CF76FB28C8}" type="parTrans" cxnId="{53952B93-61A4-418D-9E5F-13F2C16F687B}">
      <dgm:prSet/>
      <dgm:spPr/>
      <dgm:t>
        <a:bodyPr/>
        <a:lstStyle/>
        <a:p>
          <a:endParaRPr lang="en-US"/>
        </a:p>
      </dgm:t>
    </dgm:pt>
    <dgm:pt modelId="{2D1080F8-5B57-4161-80B3-558295091580}" type="sibTrans" cxnId="{53952B93-61A4-418D-9E5F-13F2C16F687B}">
      <dgm:prSet/>
      <dgm:spPr/>
      <dgm:t>
        <a:bodyPr/>
        <a:lstStyle/>
        <a:p>
          <a:endParaRPr lang="en-US"/>
        </a:p>
      </dgm:t>
    </dgm:pt>
    <dgm:pt modelId="{84BEF4CB-4DF4-4B66-A045-94E819CCD390}" type="pres">
      <dgm:prSet presAssocID="{B06AE4F1-5F20-4B15-9E3D-B73E176C724A}" presName="Name0" presStyleCnt="0">
        <dgm:presLayoutVars>
          <dgm:dir/>
          <dgm:animLvl val="lvl"/>
          <dgm:resizeHandles val="exact"/>
        </dgm:presLayoutVars>
      </dgm:prSet>
      <dgm:spPr/>
    </dgm:pt>
    <dgm:pt modelId="{C3D07ED9-DFE9-4F55-BF5F-47D93F97083F}" type="pres">
      <dgm:prSet presAssocID="{AEB82785-6932-4C10-8E6C-509C1BFBCEF1}" presName="composite" presStyleCnt="0"/>
      <dgm:spPr/>
    </dgm:pt>
    <dgm:pt modelId="{62F554F7-18BA-4A05-AA80-3B3039355D5B}" type="pres">
      <dgm:prSet presAssocID="{AEB82785-6932-4C10-8E6C-509C1BFBCEF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F063052-E4DD-48F6-996A-7E7C6084F3B9}" type="pres">
      <dgm:prSet presAssocID="{AEB82785-6932-4C10-8E6C-509C1BFBCEF1}" presName="desTx" presStyleLbl="alignAccFollowNode1" presStyleIdx="0" presStyleCnt="3" custScaleY="100000">
        <dgm:presLayoutVars>
          <dgm:bulletEnabled val="1"/>
        </dgm:presLayoutVars>
      </dgm:prSet>
      <dgm:spPr/>
    </dgm:pt>
    <dgm:pt modelId="{D4C687E3-502C-4F4D-8328-E612B83542CD}" type="pres">
      <dgm:prSet presAssocID="{CA511FC1-4155-4676-B3D6-186EBD2FB0BA}" presName="space" presStyleCnt="0"/>
      <dgm:spPr/>
    </dgm:pt>
    <dgm:pt modelId="{683A78B8-64C0-435A-884E-7B76B802971E}" type="pres">
      <dgm:prSet presAssocID="{3240ADAE-69E0-4445-96AC-5F99B2FACF1E}" presName="composite" presStyleCnt="0"/>
      <dgm:spPr/>
    </dgm:pt>
    <dgm:pt modelId="{405F2C12-2A86-4966-A31F-8FF6FD138580}" type="pres">
      <dgm:prSet presAssocID="{3240ADAE-69E0-4445-96AC-5F99B2FACF1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D0CE7CD-64DB-4E2B-A841-E48194BFA0DC}" type="pres">
      <dgm:prSet presAssocID="{3240ADAE-69E0-4445-96AC-5F99B2FACF1E}" presName="desTx" presStyleLbl="alignAccFollowNode1" presStyleIdx="1" presStyleCnt="3">
        <dgm:presLayoutVars>
          <dgm:bulletEnabled val="1"/>
        </dgm:presLayoutVars>
      </dgm:prSet>
      <dgm:spPr/>
    </dgm:pt>
    <dgm:pt modelId="{CF486878-1E35-4502-945D-862E62E38E1A}" type="pres">
      <dgm:prSet presAssocID="{32360DE2-DEDD-4E8B-8A87-403A469B383C}" presName="space" presStyleCnt="0"/>
      <dgm:spPr/>
    </dgm:pt>
    <dgm:pt modelId="{C5956115-4206-4A2F-BD9D-EF76D1B7D2D5}" type="pres">
      <dgm:prSet presAssocID="{277FD959-8C34-4572-B51B-F3FE238D2B54}" presName="composite" presStyleCnt="0"/>
      <dgm:spPr/>
    </dgm:pt>
    <dgm:pt modelId="{EAB38825-367A-4959-B39B-8D153497100E}" type="pres">
      <dgm:prSet presAssocID="{277FD959-8C34-4572-B51B-F3FE238D2B5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8536583-AD9E-41B6-AE1B-71C1ECE58F14}" type="pres">
      <dgm:prSet presAssocID="{277FD959-8C34-4572-B51B-F3FE238D2B5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0656117-C4EF-477E-8796-A5458DA06E21}" type="presOf" srcId="{3240ADAE-69E0-4445-96AC-5F99B2FACF1E}" destId="{405F2C12-2A86-4966-A31F-8FF6FD138580}" srcOrd="0" destOrd="0" presId="urn:microsoft.com/office/officeart/2005/8/layout/hList1"/>
    <dgm:cxn modelId="{E788B924-884A-49A6-BBB3-F7007CC1A3F7}" type="presOf" srcId="{B06AE4F1-5F20-4B15-9E3D-B73E176C724A}" destId="{84BEF4CB-4DF4-4B66-A045-94E819CCD390}" srcOrd="0" destOrd="0" presId="urn:microsoft.com/office/officeart/2005/8/layout/hList1"/>
    <dgm:cxn modelId="{F559FA28-E44E-495D-9FC2-5FA492401627}" srcId="{AEB82785-6932-4C10-8E6C-509C1BFBCEF1}" destId="{5CF09168-48DE-452C-99EB-D0B9F98B2E62}" srcOrd="0" destOrd="0" parTransId="{B50EF379-C9AE-42A8-B38B-5A1BECD3F988}" sibTransId="{D6A4F064-127B-4C78-AE46-DAE073AA196C}"/>
    <dgm:cxn modelId="{E1F21C5F-733E-47C3-935E-7D4CB6013FBE}" srcId="{3240ADAE-69E0-4445-96AC-5F99B2FACF1E}" destId="{F3883CF7-D25E-4768-8427-2F745631AA83}" srcOrd="0" destOrd="0" parTransId="{CB9BB58D-6123-487C-9DCE-FF77CE38C6EC}" sibTransId="{B2A13026-66F6-41E5-B94E-CE99EF5EAB80}"/>
    <dgm:cxn modelId="{30A33D64-728D-49F3-93D3-B306E7803BA1}" type="presOf" srcId="{F3883CF7-D25E-4768-8427-2F745631AA83}" destId="{AD0CE7CD-64DB-4E2B-A841-E48194BFA0DC}" srcOrd="0" destOrd="0" presId="urn:microsoft.com/office/officeart/2005/8/layout/hList1"/>
    <dgm:cxn modelId="{636CAE46-44FE-49C8-8E26-83B3BB802AE4}" srcId="{B06AE4F1-5F20-4B15-9E3D-B73E176C724A}" destId="{AEB82785-6932-4C10-8E6C-509C1BFBCEF1}" srcOrd="0" destOrd="0" parTransId="{D234E2E1-1C42-4834-9B54-AD8EA189F2F8}" sibTransId="{CA511FC1-4155-4676-B3D6-186EBD2FB0BA}"/>
    <dgm:cxn modelId="{2F6C6F8E-DFA1-4C2E-A0E0-AFC929B36D55}" srcId="{B06AE4F1-5F20-4B15-9E3D-B73E176C724A}" destId="{3240ADAE-69E0-4445-96AC-5F99B2FACF1E}" srcOrd="1" destOrd="0" parTransId="{C0942712-D26D-4F92-8665-AC046A3E5F8B}" sibTransId="{32360DE2-DEDD-4E8B-8A87-403A469B383C}"/>
    <dgm:cxn modelId="{53952B93-61A4-418D-9E5F-13F2C16F687B}" srcId="{277FD959-8C34-4572-B51B-F3FE238D2B54}" destId="{C5D9C06D-DB0E-483E-8990-D8EF1892A29F}" srcOrd="0" destOrd="0" parTransId="{802628F5-AC07-4BBC-A8F5-78CF76FB28C8}" sibTransId="{2D1080F8-5B57-4161-80B3-558295091580}"/>
    <dgm:cxn modelId="{B62C32A1-5626-41DB-BFEC-A851AD22EE59}" type="presOf" srcId="{277FD959-8C34-4572-B51B-F3FE238D2B54}" destId="{EAB38825-367A-4959-B39B-8D153497100E}" srcOrd="0" destOrd="0" presId="urn:microsoft.com/office/officeart/2005/8/layout/hList1"/>
    <dgm:cxn modelId="{21AEFFCF-4F6E-4EC7-A066-7A36A635AB96}" type="presOf" srcId="{C5D9C06D-DB0E-483E-8990-D8EF1892A29F}" destId="{F8536583-AD9E-41B6-AE1B-71C1ECE58F14}" srcOrd="0" destOrd="0" presId="urn:microsoft.com/office/officeart/2005/8/layout/hList1"/>
    <dgm:cxn modelId="{5A66AADC-93A4-476F-BAEA-B726E8D78BD6}" type="presOf" srcId="{5CF09168-48DE-452C-99EB-D0B9F98B2E62}" destId="{BF063052-E4DD-48F6-996A-7E7C6084F3B9}" srcOrd="0" destOrd="0" presId="urn:microsoft.com/office/officeart/2005/8/layout/hList1"/>
    <dgm:cxn modelId="{5FD333F8-CEC1-4A0C-B86C-048D5EED13E5}" type="presOf" srcId="{AEB82785-6932-4C10-8E6C-509C1BFBCEF1}" destId="{62F554F7-18BA-4A05-AA80-3B3039355D5B}" srcOrd="0" destOrd="0" presId="urn:microsoft.com/office/officeart/2005/8/layout/hList1"/>
    <dgm:cxn modelId="{408EEAFE-FEAD-4128-85A8-FCC5DEEE221C}" srcId="{B06AE4F1-5F20-4B15-9E3D-B73E176C724A}" destId="{277FD959-8C34-4572-B51B-F3FE238D2B54}" srcOrd="2" destOrd="0" parTransId="{22C291A5-0765-4D66-988A-3971DB59FC8F}" sibTransId="{ADE64A07-12D7-45F6-9C79-B02D8D47B69E}"/>
    <dgm:cxn modelId="{96085BF3-C37D-4C0C-8064-3378615E8581}" type="presParOf" srcId="{84BEF4CB-4DF4-4B66-A045-94E819CCD390}" destId="{C3D07ED9-DFE9-4F55-BF5F-47D93F97083F}" srcOrd="0" destOrd="0" presId="urn:microsoft.com/office/officeart/2005/8/layout/hList1"/>
    <dgm:cxn modelId="{11F729AC-3460-4DA6-901B-03EC20FD403B}" type="presParOf" srcId="{C3D07ED9-DFE9-4F55-BF5F-47D93F97083F}" destId="{62F554F7-18BA-4A05-AA80-3B3039355D5B}" srcOrd="0" destOrd="0" presId="urn:microsoft.com/office/officeart/2005/8/layout/hList1"/>
    <dgm:cxn modelId="{6F53E16E-9C9F-452E-81E5-C1CFC1C48F05}" type="presParOf" srcId="{C3D07ED9-DFE9-4F55-BF5F-47D93F97083F}" destId="{BF063052-E4DD-48F6-996A-7E7C6084F3B9}" srcOrd="1" destOrd="0" presId="urn:microsoft.com/office/officeart/2005/8/layout/hList1"/>
    <dgm:cxn modelId="{D4E98523-DBD5-4679-B908-87567D1E6426}" type="presParOf" srcId="{84BEF4CB-4DF4-4B66-A045-94E819CCD390}" destId="{D4C687E3-502C-4F4D-8328-E612B83542CD}" srcOrd="1" destOrd="0" presId="urn:microsoft.com/office/officeart/2005/8/layout/hList1"/>
    <dgm:cxn modelId="{FFFBFB2B-FE5A-4FA4-8FF4-FA5EF0CB8547}" type="presParOf" srcId="{84BEF4CB-4DF4-4B66-A045-94E819CCD390}" destId="{683A78B8-64C0-435A-884E-7B76B802971E}" srcOrd="2" destOrd="0" presId="urn:microsoft.com/office/officeart/2005/8/layout/hList1"/>
    <dgm:cxn modelId="{FED2A4C9-7BC9-47BF-A02F-DE61A4D029E9}" type="presParOf" srcId="{683A78B8-64C0-435A-884E-7B76B802971E}" destId="{405F2C12-2A86-4966-A31F-8FF6FD138580}" srcOrd="0" destOrd="0" presId="urn:microsoft.com/office/officeart/2005/8/layout/hList1"/>
    <dgm:cxn modelId="{48FA2912-9F7B-4276-8E74-80BA5B1B439F}" type="presParOf" srcId="{683A78B8-64C0-435A-884E-7B76B802971E}" destId="{AD0CE7CD-64DB-4E2B-A841-E48194BFA0DC}" srcOrd="1" destOrd="0" presId="urn:microsoft.com/office/officeart/2005/8/layout/hList1"/>
    <dgm:cxn modelId="{22E73B57-0973-4197-9B15-9B12D699DEC3}" type="presParOf" srcId="{84BEF4CB-4DF4-4B66-A045-94E819CCD390}" destId="{CF486878-1E35-4502-945D-862E62E38E1A}" srcOrd="3" destOrd="0" presId="urn:microsoft.com/office/officeart/2005/8/layout/hList1"/>
    <dgm:cxn modelId="{BBAB2E26-F6D9-4930-A0ED-9B16926232C0}" type="presParOf" srcId="{84BEF4CB-4DF4-4B66-A045-94E819CCD390}" destId="{C5956115-4206-4A2F-BD9D-EF76D1B7D2D5}" srcOrd="4" destOrd="0" presId="urn:microsoft.com/office/officeart/2005/8/layout/hList1"/>
    <dgm:cxn modelId="{7EEEA348-52D7-4472-985E-000844C2B7E2}" type="presParOf" srcId="{C5956115-4206-4A2F-BD9D-EF76D1B7D2D5}" destId="{EAB38825-367A-4959-B39B-8D153497100E}" srcOrd="0" destOrd="0" presId="urn:microsoft.com/office/officeart/2005/8/layout/hList1"/>
    <dgm:cxn modelId="{2367B1D2-DE61-408A-B19A-6ACCDE323C3A}" type="presParOf" srcId="{C5956115-4206-4A2F-BD9D-EF76D1B7D2D5}" destId="{F8536583-AD9E-41B6-AE1B-71C1ECE58F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6AE4F1-5F20-4B15-9E3D-B73E176C724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B82785-6932-4C10-8E6C-509C1BFBCEF1}">
      <dgm:prSet phldrT="[Text]" custT="1"/>
      <dgm:spPr/>
      <dgm:t>
        <a:bodyPr/>
        <a:lstStyle/>
        <a:p>
          <a:r>
            <a:rPr lang="en-US" sz="3200" dirty="0"/>
            <a:t>Startup Funding</a:t>
          </a:r>
        </a:p>
      </dgm:t>
    </dgm:pt>
    <dgm:pt modelId="{D234E2E1-1C42-4834-9B54-AD8EA189F2F8}" type="parTrans" cxnId="{636CAE46-44FE-49C8-8E26-83B3BB802AE4}">
      <dgm:prSet/>
      <dgm:spPr/>
      <dgm:t>
        <a:bodyPr/>
        <a:lstStyle/>
        <a:p>
          <a:endParaRPr lang="en-US"/>
        </a:p>
      </dgm:t>
    </dgm:pt>
    <dgm:pt modelId="{CA511FC1-4155-4676-B3D6-186EBD2FB0BA}" type="sibTrans" cxnId="{636CAE46-44FE-49C8-8E26-83B3BB802AE4}">
      <dgm:prSet/>
      <dgm:spPr/>
      <dgm:t>
        <a:bodyPr/>
        <a:lstStyle/>
        <a:p>
          <a:endParaRPr lang="en-US"/>
        </a:p>
      </dgm:t>
    </dgm:pt>
    <dgm:pt modelId="{5CF09168-48DE-452C-99EB-D0B9F98B2E62}">
      <dgm:prSet phldrT="[Text]" custT="1"/>
      <dgm:spPr/>
      <dgm:t>
        <a:bodyPr/>
        <a:lstStyle/>
        <a:p>
          <a:pPr algn="ctr"/>
          <a:r>
            <a:rPr lang="en-US" sz="2400" dirty="0"/>
            <a:t>Where MONEY is flowing </a:t>
          </a:r>
        </a:p>
      </dgm:t>
    </dgm:pt>
    <dgm:pt modelId="{B50EF379-C9AE-42A8-B38B-5A1BECD3F988}" type="parTrans" cxnId="{F559FA28-E44E-495D-9FC2-5FA492401627}">
      <dgm:prSet/>
      <dgm:spPr/>
      <dgm:t>
        <a:bodyPr/>
        <a:lstStyle/>
        <a:p>
          <a:endParaRPr lang="en-US"/>
        </a:p>
      </dgm:t>
    </dgm:pt>
    <dgm:pt modelId="{D6A4F064-127B-4C78-AE46-DAE073AA196C}" type="sibTrans" cxnId="{F559FA28-E44E-495D-9FC2-5FA492401627}">
      <dgm:prSet/>
      <dgm:spPr/>
      <dgm:t>
        <a:bodyPr/>
        <a:lstStyle/>
        <a:p>
          <a:endParaRPr lang="en-US"/>
        </a:p>
      </dgm:t>
    </dgm:pt>
    <dgm:pt modelId="{3240ADAE-69E0-4445-96AC-5F99B2FACF1E}">
      <dgm:prSet phldrT="[Text]" custT="1"/>
      <dgm:spPr/>
      <dgm:t>
        <a:bodyPr/>
        <a:lstStyle/>
        <a:p>
          <a:r>
            <a:rPr lang="en-US" sz="3200" dirty="0"/>
            <a:t>Policy/Regulation</a:t>
          </a:r>
        </a:p>
      </dgm:t>
    </dgm:pt>
    <dgm:pt modelId="{C0942712-D26D-4F92-8665-AC046A3E5F8B}" type="parTrans" cxnId="{2F6C6F8E-DFA1-4C2E-A0E0-AFC929B36D55}">
      <dgm:prSet/>
      <dgm:spPr/>
      <dgm:t>
        <a:bodyPr/>
        <a:lstStyle/>
        <a:p>
          <a:endParaRPr lang="en-US"/>
        </a:p>
      </dgm:t>
    </dgm:pt>
    <dgm:pt modelId="{32360DE2-DEDD-4E8B-8A87-403A469B383C}" type="sibTrans" cxnId="{2F6C6F8E-DFA1-4C2E-A0E0-AFC929B36D55}">
      <dgm:prSet/>
      <dgm:spPr/>
      <dgm:t>
        <a:bodyPr/>
        <a:lstStyle/>
        <a:p>
          <a:endParaRPr lang="en-US"/>
        </a:p>
      </dgm:t>
    </dgm:pt>
    <dgm:pt modelId="{F3883CF7-D25E-4768-8427-2F745631AA83}">
      <dgm:prSet phldrT="[Text]" custT="1"/>
      <dgm:spPr/>
      <dgm:t>
        <a:bodyPr/>
        <a:lstStyle/>
        <a:p>
          <a:pPr algn="ctr"/>
          <a:r>
            <a:rPr lang="en-US" sz="2400" dirty="0"/>
            <a:t>What governments are PRIORITIZING </a:t>
          </a:r>
        </a:p>
      </dgm:t>
    </dgm:pt>
    <dgm:pt modelId="{CB9BB58D-6123-487C-9DCE-FF77CE38C6EC}" type="parTrans" cxnId="{E1F21C5F-733E-47C3-935E-7D4CB6013FBE}">
      <dgm:prSet/>
      <dgm:spPr/>
      <dgm:t>
        <a:bodyPr/>
        <a:lstStyle/>
        <a:p>
          <a:endParaRPr lang="en-US"/>
        </a:p>
      </dgm:t>
    </dgm:pt>
    <dgm:pt modelId="{B2A13026-66F6-41E5-B94E-CE99EF5EAB80}" type="sibTrans" cxnId="{E1F21C5F-733E-47C3-935E-7D4CB6013FBE}">
      <dgm:prSet/>
      <dgm:spPr/>
      <dgm:t>
        <a:bodyPr/>
        <a:lstStyle/>
        <a:p>
          <a:endParaRPr lang="en-US"/>
        </a:p>
      </dgm:t>
    </dgm:pt>
    <dgm:pt modelId="{84BEF4CB-4DF4-4B66-A045-94E819CCD390}" type="pres">
      <dgm:prSet presAssocID="{B06AE4F1-5F20-4B15-9E3D-B73E176C724A}" presName="Name0" presStyleCnt="0">
        <dgm:presLayoutVars>
          <dgm:dir/>
          <dgm:animLvl val="lvl"/>
          <dgm:resizeHandles val="exact"/>
        </dgm:presLayoutVars>
      </dgm:prSet>
      <dgm:spPr/>
    </dgm:pt>
    <dgm:pt modelId="{C3D07ED9-DFE9-4F55-BF5F-47D93F97083F}" type="pres">
      <dgm:prSet presAssocID="{AEB82785-6932-4C10-8E6C-509C1BFBCEF1}" presName="composite" presStyleCnt="0"/>
      <dgm:spPr/>
    </dgm:pt>
    <dgm:pt modelId="{62F554F7-18BA-4A05-AA80-3B3039355D5B}" type="pres">
      <dgm:prSet presAssocID="{AEB82785-6932-4C10-8E6C-509C1BFBCEF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F063052-E4DD-48F6-996A-7E7C6084F3B9}" type="pres">
      <dgm:prSet presAssocID="{AEB82785-6932-4C10-8E6C-509C1BFBCEF1}" presName="desTx" presStyleLbl="alignAccFollowNode1" presStyleIdx="0" presStyleCnt="2" custScaleY="100000">
        <dgm:presLayoutVars>
          <dgm:bulletEnabled val="1"/>
        </dgm:presLayoutVars>
      </dgm:prSet>
      <dgm:spPr/>
    </dgm:pt>
    <dgm:pt modelId="{D4C687E3-502C-4F4D-8328-E612B83542CD}" type="pres">
      <dgm:prSet presAssocID="{CA511FC1-4155-4676-B3D6-186EBD2FB0BA}" presName="space" presStyleCnt="0"/>
      <dgm:spPr/>
    </dgm:pt>
    <dgm:pt modelId="{683A78B8-64C0-435A-884E-7B76B802971E}" type="pres">
      <dgm:prSet presAssocID="{3240ADAE-69E0-4445-96AC-5F99B2FACF1E}" presName="composite" presStyleCnt="0"/>
      <dgm:spPr/>
    </dgm:pt>
    <dgm:pt modelId="{405F2C12-2A86-4966-A31F-8FF6FD138580}" type="pres">
      <dgm:prSet presAssocID="{3240ADAE-69E0-4445-96AC-5F99B2FACF1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D0CE7CD-64DB-4E2B-A841-E48194BFA0DC}" type="pres">
      <dgm:prSet presAssocID="{3240ADAE-69E0-4445-96AC-5F99B2FACF1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0656117-C4EF-477E-8796-A5458DA06E21}" type="presOf" srcId="{3240ADAE-69E0-4445-96AC-5F99B2FACF1E}" destId="{405F2C12-2A86-4966-A31F-8FF6FD138580}" srcOrd="0" destOrd="0" presId="urn:microsoft.com/office/officeart/2005/8/layout/hList1"/>
    <dgm:cxn modelId="{E788B924-884A-49A6-BBB3-F7007CC1A3F7}" type="presOf" srcId="{B06AE4F1-5F20-4B15-9E3D-B73E176C724A}" destId="{84BEF4CB-4DF4-4B66-A045-94E819CCD390}" srcOrd="0" destOrd="0" presId="urn:microsoft.com/office/officeart/2005/8/layout/hList1"/>
    <dgm:cxn modelId="{F559FA28-E44E-495D-9FC2-5FA492401627}" srcId="{AEB82785-6932-4C10-8E6C-509C1BFBCEF1}" destId="{5CF09168-48DE-452C-99EB-D0B9F98B2E62}" srcOrd="0" destOrd="0" parTransId="{B50EF379-C9AE-42A8-B38B-5A1BECD3F988}" sibTransId="{D6A4F064-127B-4C78-AE46-DAE073AA196C}"/>
    <dgm:cxn modelId="{E1F21C5F-733E-47C3-935E-7D4CB6013FBE}" srcId="{3240ADAE-69E0-4445-96AC-5F99B2FACF1E}" destId="{F3883CF7-D25E-4768-8427-2F745631AA83}" srcOrd="0" destOrd="0" parTransId="{CB9BB58D-6123-487C-9DCE-FF77CE38C6EC}" sibTransId="{B2A13026-66F6-41E5-B94E-CE99EF5EAB80}"/>
    <dgm:cxn modelId="{30A33D64-728D-49F3-93D3-B306E7803BA1}" type="presOf" srcId="{F3883CF7-D25E-4768-8427-2F745631AA83}" destId="{AD0CE7CD-64DB-4E2B-A841-E48194BFA0DC}" srcOrd="0" destOrd="0" presId="urn:microsoft.com/office/officeart/2005/8/layout/hList1"/>
    <dgm:cxn modelId="{636CAE46-44FE-49C8-8E26-83B3BB802AE4}" srcId="{B06AE4F1-5F20-4B15-9E3D-B73E176C724A}" destId="{AEB82785-6932-4C10-8E6C-509C1BFBCEF1}" srcOrd="0" destOrd="0" parTransId="{D234E2E1-1C42-4834-9B54-AD8EA189F2F8}" sibTransId="{CA511FC1-4155-4676-B3D6-186EBD2FB0BA}"/>
    <dgm:cxn modelId="{2F6C6F8E-DFA1-4C2E-A0E0-AFC929B36D55}" srcId="{B06AE4F1-5F20-4B15-9E3D-B73E176C724A}" destId="{3240ADAE-69E0-4445-96AC-5F99B2FACF1E}" srcOrd="1" destOrd="0" parTransId="{C0942712-D26D-4F92-8665-AC046A3E5F8B}" sibTransId="{32360DE2-DEDD-4E8B-8A87-403A469B383C}"/>
    <dgm:cxn modelId="{5A66AADC-93A4-476F-BAEA-B726E8D78BD6}" type="presOf" srcId="{5CF09168-48DE-452C-99EB-D0B9F98B2E62}" destId="{BF063052-E4DD-48F6-996A-7E7C6084F3B9}" srcOrd="0" destOrd="0" presId="urn:microsoft.com/office/officeart/2005/8/layout/hList1"/>
    <dgm:cxn modelId="{5FD333F8-CEC1-4A0C-B86C-048D5EED13E5}" type="presOf" srcId="{AEB82785-6932-4C10-8E6C-509C1BFBCEF1}" destId="{62F554F7-18BA-4A05-AA80-3B3039355D5B}" srcOrd="0" destOrd="0" presId="urn:microsoft.com/office/officeart/2005/8/layout/hList1"/>
    <dgm:cxn modelId="{96085BF3-C37D-4C0C-8064-3378615E8581}" type="presParOf" srcId="{84BEF4CB-4DF4-4B66-A045-94E819CCD390}" destId="{C3D07ED9-DFE9-4F55-BF5F-47D93F97083F}" srcOrd="0" destOrd="0" presId="urn:microsoft.com/office/officeart/2005/8/layout/hList1"/>
    <dgm:cxn modelId="{11F729AC-3460-4DA6-901B-03EC20FD403B}" type="presParOf" srcId="{C3D07ED9-DFE9-4F55-BF5F-47D93F97083F}" destId="{62F554F7-18BA-4A05-AA80-3B3039355D5B}" srcOrd="0" destOrd="0" presId="urn:microsoft.com/office/officeart/2005/8/layout/hList1"/>
    <dgm:cxn modelId="{6F53E16E-9C9F-452E-81E5-C1CFC1C48F05}" type="presParOf" srcId="{C3D07ED9-DFE9-4F55-BF5F-47D93F97083F}" destId="{BF063052-E4DD-48F6-996A-7E7C6084F3B9}" srcOrd="1" destOrd="0" presId="urn:microsoft.com/office/officeart/2005/8/layout/hList1"/>
    <dgm:cxn modelId="{D4E98523-DBD5-4679-B908-87567D1E6426}" type="presParOf" srcId="{84BEF4CB-4DF4-4B66-A045-94E819CCD390}" destId="{D4C687E3-502C-4F4D-8328-E612B83542CD}" srcOrd="1" destOrd="0" presId="urn:microsoft.com/office/officeart/2005/8/layout/hList1"/>
    <dgm:cxn modelId="{FFFBFB2B-FE5A-4FA4-8FF4-FA5EF0CB8547}" type="presParOf" srcId="{84BEF4CB-4DF4-4B66-A045-94E819CCD390}" destId="{683A78B8-64C0-435A-884E-7B76B802971E}" srcOrd="2" destOrd="0" presId="urn:microsoft.com/office/officeart/2005/8/layout/hList1"/>
    <dgm:cxn modelId="{FED2A4C9-7BC9-47BF-A02F-DE61A4D029E9}" type="presParOf" srcId="{683A78B8-64C0-435A-884E-7B76B802971E}" destId="{405F2C12-2A86-4966-A31F-8FF6FD138580}" srcOrd="0" destOrd="0" presId="urn:microsoft.com/office/officeart/2005/8/layout/hList1"/>
    <dgm:cxn modelId="{48FA2912-9F7B-4276-8E74-80BA5B1B439F}" type="presParOf" srcId="{683A78B8-64C0-435A-884E-7B76B802971E}" destId="{AD0CE7CD-64DB-4E2B-A841-E48194BFA0D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D404DA-AFF0-4E83-8AA3-5245CBE1E8F7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6EC07A-5120-449F-B73D-F8D150832930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Ingest</a:t>
          </a:r>
        </a:p>
      </dgm:t>
    </dgm:pt>
    <dgm:pt modelId="{4258F93C-2753-4DF2-8A0D-AB1DEA040690}" type="parTrans" cxnId="{A55E2F78-5EDF-45BC-89F0-80E614450B2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22D9D0-C173-4255-A61B-C6649FA150C8}" type="sibTrans" cxnId="{A55E2F78-5EDF-45BC-89F0-80E614450B2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1878E7-2616-4299-B58C-A48647FCF407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multi-source signals (jobs, patents, research, startups, policy)</a:t>
          </a:r>
        </a:p>
      </dgm:t>
    </dgm:pt>
    <dgm:pt modelId="{4037105A-EE0B-4C24-9BCF-935CB107D744}" type="parTrans" cxnId="{918AEB28-54CA-4F28-9C5D-79DADAECB6F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7B3D4C-1EB7-4257-ADF9-056479C7FFF0}" type="sibTrans" cxnId="{918AEB28-54CA-4F28-9C5D-79DADAECB6F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0CFECE-B517-4284-9E2B-6CD2F34F135F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Extract</a:t>
          </a:r>
        </a:p>
      </dgm:t>
    </dgm:pt>
    <dgm:pt modelId="{B7CE3935-06C9-48E3-ACAD-91CBA848436D}" type="parTrans" cxnId="{6EC4F066-F467-425E-BE3C-A0D77C83FD4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FCD166-BB15-4704-B485-CB5459BDF768}" type="sibTrans" cxnId="{6EC4F066-F467-425E-BE3C-A0D77C83FD4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9634B8-5EB0-4697-AE06-7F5AEDA9B499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skills using NLP from unstructured text</a:t>
          </a:r>
        </a:p>
      </dgm:t>
    </dgm:pt>
    <dgm:pt modelId="{CDFD2AE5-17E1-4360-B846-C1C4577EDBA4}" type="parTrans" cxnId="{39915889-B0C4-4AE3-93C8-CEAEB166081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18C136-8D8A-42FA-B65D-2F6482077B23}" type="sibTrans" cxnId="{39915889-B0C4-4AE3-93C8-CEAEB166081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FB64A6-5CA0-441D-B367-02626A0B5813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Map</a:t>
          </a:r>
        </a:p>
      </dgm:t>
    </dgm:pt>
    <dgm:pt modelId="{63C90BAE-C3B3-4825-B6BB-2787AC938132}" type="parTrans" cxnId="{5EA275FA-BBD9-4C1D-81AF-F62AD2CD099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093651-1B11-4A84-A405-EC69B85BF3ED}" type="sibTrans" cxnId="{5EA275FA-BBD9-4C1D-81AF-F62AD2CD099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B281EF-DDC9-4042-BD28-CBC64B259F8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 a canonical taxonomy of 52+ skills with aliases &amp; relationships</a:t>
          </a:r>
        </a:p>
      </dgm:t>
    </dgm:pt>
    <dgm:pt modelId="{BDA00E76-ABA8-42A0-B6EF-3A37F9A8F9FC}" type="parTrans" cxnId="{B0D9E8F0-485F-4A7E-9DB5-8527877D414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ECB026-6DC8-4133-ABB1-6462DF82B71E}" type="sibTrans" cxnId="{B0D9E8F0-485F-4A7E-9DB5-8527877D414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A847F3-4FDA-45FA-979B-2729A11919C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Build</a:t>
          </a:r>
        </a:p>
      </dgm:t>
    </dgm:pt>
    <dgm:pt modelId="{6C64458A-B79F-4A2C-9195-DD423A5AACA4}" type="parTrans" cxnId="{8CE9EAA1-1C81-47CD-862E-208C19AC9AC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E4FEA0-3B06-499D-9AE1-AE33EB3E8A2B}" type="sibTrans" cxnId="{8CE9EAA1-1C81-47CD-862E-208C19AC9AC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6B72E8-057D-4EC7-884C-08641E4F602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Forecast</a:t>
          </a:r>
        </a:p>
      </dgm:t>
    </dgm:pt>
    <dgm:pt modelId="{A2858CEE-C6A3-4AB2-A570-2CB5BBA21206}" type="parTrans" cxnId="{0D7BB095-FFEB-4ECE-81AB-76D41E6CB18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3252DC-4774-40EE-A183-A283A554124D}" type="sibTrans" cxnId="{0D7BB095-FFEB-4ECE-81AB-76D41E6CB18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6D892B-6791-4CD0-BBD1-F4A584622DEF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 knowledge graph connecting skills → domains → industries</a:t>
          </a:r>
        </a:p>
      </dgm:t>
    </dgm:pt>
    <dgm:pt modelId="{AE7BF419-844C-4179-8C41-3E3841931F62}" type="parTrans" cxnId="{B2BF7CE5-A376-4493-A7B2-BFD7C382C44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DC4067-9C8F-462F-8291-A84519223637}" type="sibTrans" cxnId="{B2BF7CE5-A376-4493-A7B2-BFD7C382C44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5B8EF8-42CD-453B-978E-BDA26328EE4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using an ensemble of 3 ML models:</a:t>
          </a:r>
        </a:p>
      </dgm:t>
    </dgm:pt>
    <dgm:pt modelId="{AC9A4522-B9C8-4749-9CFE-93231D6EC7D7}" type="parTrans" cxnId="{66456A37-2BA2-46CB-B0E8-3519B39182F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4FFBA3-7E80-4157-99C1-10871020C42E}" type="sibTrans" cxnId="{66456A37-2BA2-46CB-B0E8-3519B39182F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E5F79B-AE2A-4B31-9C88-672BE19582B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📈  Prophet – trend &amp; seasonality decomposition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B09F03-E25B-43AE-A999-0B47532AEFE8}" type="parTrans" cxnId="{8380454F-B43B-45F3-9D62-3BD43DE7908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D39389-2DEC-4600-8C9C-31C9FF5CD106}" type="sibTrans" cxnId="{8380454F-B43B-45F3-9D62-3BD43DE7908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18ECDB-128A-432F-9217-9F98F57E1BF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🌲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XGBoost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– gradient boosting on engineered features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11B5EB-9B3C-4AEC-99C2-5CE9EB52F988}" type="parTrans" cxnId="{0DD7B98B-0CD9-4F5F-8F91-A75FEB1F886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A9EA1D-6197-4A7E-8F17-F2FD762B09A5}" type="sibTrans" cxnId="{0DD7B98B-0CD9-4F5F-8F91-A75FEB1F886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04B29E-EA3C-4095-ACE2-97EA86D0614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📊 Holt-Winters ETS – exponential smoothing for non-linear patterns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A4F241-0E6D-4074-9930-9D16C73FFB5C}" type="parTrans" cxnId="{51E7AAF5-AC14-49F9-9C3C-8D8FC5E5A91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3572B9-DFFD-4DDD-A8BF-B1B31C174C8B}" type="sibTrans" cxnId="{51E7AAF5-AC14-49F9-9C3C-8D8FC5E5A91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C28843-B61A-40C1-873A-449B1BB1E80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Alert</a:t>
          </a:r>
        </a:p>
      </dgm:t>
    </dgm:pt>
    <dgm:pt modelId="{127BE064-17AA-4325-BE57-94C4D6132E65}" type="parTrans" cxnId="{164A7A70-C946-47F0-827C-2B72F5BF99B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87C93D-489A-4748-92DE-8F9EBB79A08C}" type="sibTrans" cxnId="{164A7A70-C946-47F0-827C-2B72F5BF99B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D0321F-E57C-46C1-8B4E-78537ACAC7DB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Score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EBB91B-9803-4E91-BE81-11449D798C1D}" type="parTrans" cxnId="{7B62D271-3F51-47F6-A6DF-0009C0C17B7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42BE30-FA48-4E2F-9AC9-785447884D60}" type="sibTrans" cxnId="{7B62D271-3F51-47F6-A6DF-0009C0C17B7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47FC60-B830-4564-9725-59A4F63B8287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each skill on 7 dimensions</a:t>
          </a:r>
        </a:p>
      </dgm:t>
    </dgm:pt>
    <dgm:pt modelId="{1F046E81-476A-47AE-A6A6-9076034EF471}" type="parTrans" cxnId="{7D89043A-7F7C-4423-9DAC-F83AB92BCE6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68EEE8-48B5-419B-8B48-F0FFC48B55E5}" type="sibTrans" cxnId="{7D89043A-7F7C-4423-9DAC-F83AB92BCE6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02D33E-264C-4257-B566-E263BFBE12BB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Explain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64D7EE-70C0-48BA-87E7-88185A178D06}" type="parTrans" cxnId="{EBDC8F1D-A0FF-499F-8E4C-5CEF8992C33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549E77-BF6B-472E-88B1-E118586B8181}" type="sibTrans" cxnId="{EBDC8F1D-A0FF-499F-8E4C-5CEF8992C33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8A086D-880A-471C-8E62-FFD4EBBBFAB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predictions using SHAP-style explainability</a:t>
          </a:r>
        </a:p>
      </dgm:t>
    </dgm:pt>
    <dgm:pt modelId="{FF6EA687-05B3-43F7-9900-587D1C7B9A90}" type="parTrans" cxnId="{C62C663E-E872-47A6-B0AE-09D9A6766B0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2ADE90-1D64-4173-B1E0-0CB605AF575A}" type="sibTrans" cxnId="{C62C663E-E872-47A6-B0AE-09D9A6766B0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5B84E0-6D82-4D8A-AA89-0CD9DF06BD04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on momentum spikes, bubbles, and disruptions</a:t>
          </a:r>
        </a:p>
      </dgm:t>
    </dgm:pt>
    <dgm:pt modelId="{8272F463-2F09-434A-BE8E-0C49180910E8}" type="parTrans" cxnId="{FD35E76A-AC57-4335-8946-54CF9135CDA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95EC5C-84D8-4708-BFB2-5994039DA796}" type="sibTrans" cxnId="{FD35E76A-AC57-4335-8946-54CF9135CDA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997849-EBBB-4D4C-AD48-143E7B03BFD8}" type="pres">
      <dgm:prSet presAssocID="{C7D404DA-AFF0-4E83-8AA3-5245CBE1E8F7}" presName="linearFlow" presStyleCnt="0">
        <dgm:presLayoutVars>
          <dgm:dir/>
          <dgm:animLvl val="lvl"/>
          <dgm:resizeHandles val="exact"/>
        </dgm:presLayoutVars>
      </dgm:prSet>
      <dgm:spPr/>
    </dgm:pt>
    <dgm:pt modelId="{1B36B5A2-2903-4DEA-9DE5-2EF1E1357C43}" type="pres">
      <dgm:prSet presAssocID="{4B6EC07A-5120-449F-B73D-F8D150832930}" presName="composite" presStyleCnt="0"/>
      <dgm:spPr/>
    </dgm:pt>
    <dgm:pt modelId="{4E72F5B2-395B-42DE-94BD-6CF55C579E80}" type="pres">
      <dgm:prSet presAssocID="{4B6EC07A-5120-449F-B73D-F8D150832930}" presName="parentText" presStyleLbl="alignNode1" presStyleIdx="0" presStyleCnt="8">
        <dgm:presLayoutVars>
          <dgm:chMax val="1"/>
          <dgm:bulletEnabled val="1"/>
        </dgm:presLayoutVars>
      </dgm:prSet>
      <dgm:spPr/>
    </dgm:pt>
    <dgm:pt modelId="{EB00C526-8A22-43EC-995F-F2575B134080}" type="pres">
      <dgm:prSet presAssocID="{4B6EC07A-5120-449F-B73D-F8D150832930}" presName="descendantText" presStyleLbl="alignAcc1" presStyleIdx="0" presStyleCnt="8">
        <dgm:presLayoutVars>
          <dgm:bulletEnabled val="1"/>
        </dgm:presLayoutVars>
      </dgm:prSet>
      <dgm:spPr/>
    </dgm:pt>
    <dgm:pt modelId="{048A0588-2C98-47B2-9C8E-FC1D0FDE5E4B}" type="pres">
      <dgm:prSet presAssocID="{BF22D9D0-C173-4255-A61B-C6649FA150C8}" presName="sp" presStyleCnt="0"/>
      <dgm:spPr/>
    </dgm:pt>
    <dgm:pt modelId="{4F76C65A-43D5-4807-B3BA-D33B134984B7}" type="pres">
      <dgm:prSet presAssocID="{E80CFECE-B517-4284-9E2B-6CD2F34F135F}" presName="composite" presStyleCnt="0"/>
      <dgm:spPr/>
    </dgm:pt>
    <dgm:pt modelId="{76F19AB6-6BEB-4DE1-ABEA-D7C269B3DA71}" type="pres">
      <dgm:prSet presAssocID="{E80CFECE-B517-4284-9E2B-6CD2F34F135F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E0CBA6CF-A055-4115-9A7B-458D529F1023}" type="pres">
      <dgm:prSet presAssocID="{E80CFECE-B517-4284-9E2B-6CD2F34F135F}" presName="descendantText" presStyleLbl="alignAcc1" presStyleIdx="1" presStyleCnt="8">
        <dgm:presLayoutVars>
          <dgm:bulletEnabled val="1"/>
        </dgm:presLayoutVars>
      </dgm:prSet>
      <dgm:spPr/>
    </dgm:pt>
    <dgm:pt modelId="{324A201E-EE61-4700-8F2D-1C2DF7417230}" type="pres">
      <dgm:prSet presAssocID="{88FCD166-BB15-4704-B485-CB5459BDF768}" presName="sp" presStyleCnt="0"/>
      <dgm:spPr/>
    </dgm:pt>
    <dgm:pt modelId="{83A6A03D-A79A-44D3-AEFD-DAE3A3AFDC0B}" type="pres">
      <dgm:prSet presAssocID="{69FB64A6-5CA0-441D-B367-02626A0B5813}" presName="composite" presStyleCnt="0"/>
      <dgm:spPr/>
    </dgm:pt>
    <dgm:pt modelId="{35C090B3-FA8B-4774-AF7A-E072B598B657}" type="pres">
      <dgm:prSet presAssocID="{69FB64A6-5CA0-441D-B367-02626A0B5813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C47BB069-C8F7-4E41-AE65-5AAEBEE0766C}" type="pres">
      <dgm:prSet presAssocID="{69FB64A6-5CA0-441D-B367-02626A0B5813}" presName="descendantText" presStyleLbl="alignAcc1" presStyleIdx="2" presStyleCnt="8">
        <dgm:presLayoutVars>
          <dgm:bulletEnabled val="1"/>
        </dgm:presLayoutVars>
      </dgm:prSet>
      <dgm:spPr/>
    </dgm:pt>
    <dgm:pt modelId="{4026A98F-A767-4B6D-9BB9-97383F9DEFEC}" type="pres">
      <dgm:prSet presAssocID="{C3093651-1B11-4A84-A405-EC69B85BF3ED}" presName="sp" presStyleCnt="0"/>
      <dgm:spPr/>
    </dgm:pt>
    <dgm:pt modelId="{4CC0E929-AB96-470A-A537-17BC1B18C075}" type="pres">
      <dgm:prSet presAssocID="{2AA847F3-4FDA-45FA-979B-2729A11919C6}" presName="composite" presStyleCnt="0"/>
      <dgm:spPr/>
    </dgm:pt>
    <dgm:pt modelId="{5A9DBCD3-8C94-4B1B-8F27-CA2543523C5D}" type="pres">
      <dgm:prSet presAssocID="{2AA847F3-4FDA-45FA-979B-2729A11919C6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8537156B-4C61-49CE-9FC6-D5CE381933FC}" type="pres">
      <dgm:prSet presAssocID="{2AA847F3-4FDA-45FA-979B-2729A11919C6}" presName="descendantText" presStyleLbl="alignAcc1" presStyleIdx="3" presStyleCnt="8">
        <dgm:presLayoutVars>
          <dgm:bulletEnabled val="1"/>
        </dgm:presLayoutVars>
      </dgm:prSet>
      <dgm:spPr/>
    </dgm:pt>
    <dgm:pt modelId="{389ED2F5-C5D4-49F2-81E9-E4139B7EAA16}" type="pres">
      <dgm:prSet presAssocID="{8FE4FEA0-3B06-499D-9AE1-AE33EB3E8A2B}" presName="sp" presStyleCnt="0"/>
      <dgm:spPr/>
    </dgm:pt>
    <dgm:pt modelId="{509DF2AD-EDFC-44CA-BB15-36024EFD3E80}" type="pres">
      <dgm:prSet presAssocID="{176B72E8-057D-4EC7-884C-08641E4F6023}" presName="composite" presStyleCnt="0"/>
      <dgm:spPr/>
    </dgm:pt>
    <dgm:pt modelId="{0AA98C09-73AF-46E9-88E4-A08A507DA89D}" type="pres">
      <dgm:prSet presAssocID="{176B72E8-057D-4EC7-884C-08641E4F6023}" presName="parentText" presStyleLbl="alignNode1" presStyleIdx="4" presStyleCnt="8" custLinFactNeighborY="-5206">
        <dgm:presLayoutVars>
          <dgm:chMax val="1"/>
          <dgm:bulletEnabled val="1"/>
        </dgm:presLayoutVars>
      </dgm:prSet>
      <dgm:spPr/>
    </dgm:pt>
    <dgm:pt modelId="{67B35891-AC56-472C-8358-6E4797E94C04}" type="pres">
      <dgm:prSet presAssocID="{176B72E8-057D-4EC7-884C-08641E4F6023}" presName="descendantText" presStyleLbl="alignAcc1" presStyleIdx="4" presStyleCnt="8" custScaleY="198837">
        <dgm:presLayoutVars>
          <dgm:bulletEnabled val="1"/>
        </dgm:presLayoutVars>
      </dgm:prSet>
      <dgm:spPr/>
    </dgm:pt>
    <dgm:pt modelId="{1FB91C72-A22F-4016-A0D0-45197A45A35B}" type="pres">
      <dgm:prSet presAssocID="{5B3252DC-4774-40EE-A183-A283A554124D}" presName="sp" presStyleCnt="0"/>
      <dgm:spPr/>
    </dgm:pt>
    <dgm:pt modelId="{559F4F95-FA1A-4EC9-AFB7-477E440F2648}" type="pres">
      <dgm:prSet presAssocID="{99D0321F-E57C-46C1-8B4E-78537ACAC7DB}" presName="composite" presStyleCnt="0"/>
      <dgm:spPr/>
    </dgm:pt>
    <dgm:pt modelId="{39D57A0A-0403-4F27-93A1-5884BE175EA5}" type="pres">
      <dgm:prSet presAssocID="{99D0321F-E57C-46C1-8B4E-78537ACAC7DB}" presName="parentText" presStyleLbl="alignNode1" presStyleIdx="5" presStyleCnt="8" custLinFactNeighborY="16820">
        <dgm:presLayoutVars>
          <dgm:chMax val="1"/>
          <dgm:bulletEnabled val="1"/>
        </dgm:presLayoutVars>
      </dgm:prSet>
      <dgm:spPr/>
    </dgm:pt>
    <dgm:pt modelId="{A5728868-00ED-49DE-9BEE-A12DA7870725}" type="pres">
      <dgm:prSet presAssocID="{99D0321F-E57C-46C1-8B4E-78537ACAC7DB}" presName="descendantText" presStyleLbl="alignAcc1" presStyleIdx="5" presStyleCnt="8" custLinFactNeighborY="37482">
        <dgm:presLayoutVars>
          <dgm:bulletEnabled val="1"/>
        </dgm:presLayoutVars>
      </dgm:prSet>
      <dgm:spPr/>
    </dgm:pt>
    <dgm:pt modelId="{9920EF44-2733-4B25-B866-6B6B734F7866}" type="pres">
      <dgm:prSet presAssocID="{D142BE30-FA48-4E2F-9AC9-785447884D60}" presName="sp" presStyleCnt="0"/>
      <dgm:spPr/>
    </dgm:pt>
    <dgm:pt modelId="{8CD907ED-D4E5-42D7-83E3-E290BDAA3625}" type="pres">
      <dgm:prSet presAssocID="{DA02D33E-264C-4257-B566-E263BFBE12BB}" presName="composite" presStyleCnt="0"/>
      <dgm:spPr/>
    </dgm:pt>
    <dgm:pt modelId="{37BD840C-0F2D-4F42-82C4-71B95DCBDF18}" type="pres">
      <dgm:prSet presAssocID="{DA02D33E-264C-4257-B566-E263BFBE12BB}" presName="parentText" presStyleLbl="alignNode1" presStyleIdx="6" presStyleCnt="8" custLinFactNeighborY="12053">
        <dgm:presLayoutVars>
          <dgm:chMax val="1"/>
          <dgm:bulletEnabled val="1"/>
        </dgm:presLayoutVars>
      </dgm:prSet>
      <dgm:spPr/>
    </dgm:pt>
    <dgm:pt modelId="{B6A99172-0ED0-41DE-A32C-7320885A8078}" type="pres">
      <dgm:prSet presAssocID="{DA02D33E-264C-4257-B566-E263BFBE12BB}" presName="descendantText" presStyleLbl="alignAcc1" presStyleIdx="6" presStyleCnt="8" custLinFactNeighborY="19586">
        <dgm:presLayoutVars>
          <dgm:bulletEnabled val="1"/>
        </dgm:presLayoutVars>
      </dgm:prSet>
      <dgm:spPr/>
    </dgm:pt>
    <dgm:pt modelId="{E8F1CA43-7AAA-4969-9566-CF24CAFA2152}" type="pres">
      <dgm:prSet presAssocID="{B3549E77-BF6B-472E-88B1-E118586B8181}" presName="sp" presStyleCnt="0"/>
      <dgm:spPr/>
    </dgm:pt>
    <dgm:pt modelId="{5E3BA9BF-2500-4182-A923-ECECF3702A5A}" type="pres">
      <dgm:prSet presAssocID="{A3C28843-B61A-40C1-873A-449B1BB1E803}" presName="composite" presStyleCnt="0"/>
      <dgm:spPr/>
    </dgm:pt>
    <dgm:pt modelId="{E2EA8C6A-5289-4DE6-BA02-950B15DF22FD}" type="pres">
      <dgm:prSet presAssocID="{A3C28843-B61A-40C1-873A-449B1BB1E803}" presName="parentText" presStyleLbl="alignNode1" presStyleIdx="7" presStyleCnt="8" custLinFactNeighborY="19616">
        <dgm:presLayoutVars>
          <dgm:chMax val="1"/>
          <dgm:bulletEnabled val="1"/>
        </dgm:presLayoutVars>
      </dgm:prSet>
      <dgm:spPr/>
    </dgm:pt>
    <dgm:pt modelId="{A44C1AB1-3760-475E-9859-17AF5CC7B274}" type="pres">
      <dgm:prSet presAssocID="{A3C28843-B61A-40C1-873A-449B1BB1E803}" presName="descendantText" presStyleLbl="alignAcc1" presStyleIdx="7" presStyleCnt="8" custLinFactNeighborY="23688">
        <dgm:presLayoutVars>
          <dgm:bulletEnabled val="1"/>
        </dgm:presLayoutVars>
      </dgm:prSet>
      <dgm:spPr/>
    </dgm:pt>
  </dgm:ptLst>
  <dgm:cxnLst>
    <dgm:cxn modelId="{FD05B101-1FE1-4693-8ACE-852BFC0B1FDC}" type="presOf" srcId="{E80CFECE-B517-4284-9E2B-6CD2F34F135F}" destId="{76F19AB6-6BEB-4DE1-ABEA-D7C269B3DA71}" srcOrd="0" destOrd="0" presId="urn:microsoft.com/office/officeart/2005/8/layout/chevron2"/>
    <dgm:cxn modelId="{43B0AB0A-C74D-4400-83D5-0B125D0C007F}" type="presOf" srcId="{4B6EC07A-5120-449F-B73D-F8D150832930}" destId="{4E72F5B2-395B-42DE-94BD-6CF55C579E80}" srcOrd="0" destOrd="0" presId="urn:microsoft.com/office/officeart/2005/8/layout/chevron2"/>
    <dgm:cxn modelId="{EBF2E410-7619-4250-A339-525E4AFAB7AE}" type="presOf" srcId="{2704B29E-EA3C-4095-ACE2-97EA86D06148}" destId="{67B35891-AC56-472C-8358-6E4797E94C04}" srcOrd="0" destOrd="3" presId="urn:microsoft.com/office/officeart/2005/8/layout/chevron2"/>
    <dgm:cxn modelId="{EBDC8F1D-A0FF-499F-8E4C-5CEF8992C33D}" srcId="{C7D404DA-AFF0-4E83-8AA3-5245CBE1E8F7}" destId="{DA02D33E-264C-4257-B566-E263BFBE12BB}" srcOrd="6" destOrd="0" parTransId="{B164D7EE-70C0-48BA-87E7-88185A178D06}" sibTransId="{B3549E77-BF6B-472E-88B1-E118586B8181}"/>
    <dgm:cxn modelId="{918AEB28-54CA-4F28-9C5D-79DADAECB6F9}" srcId="{4B6EC07A-5120-449F-B73D-F8D150832930}" destId="{BE1878E7-2616-4299-B58C-A48647FCF407}" srcOrd="0" destOrd="0" parTransId="{4037105A-EE0B-4C24-9BCF-935CB107D744}" sibTransId="{B27B3D4C-1EB7-4257-ADF9-056479C7FFF0}"/>
    <dgm:cxn modelId="{DDF4DB2B-644A-44E2-BCB4-2A82D6192FEB}" type="presOf" srcId="{C7D404DA-AFF0-4E83-8AA3-5245CBE1E8F7}" destId="{62997849-EBBB-4D4C-AD48-143E7B03BFD8}" srcOrd="0" destOrd="0" presId="urn:microsoft.com/office/officeart/2005/8/layout/chevron2"/>
    <dgm:cxn modelId="{8DE7DD35-D035-418C-B2E4-5C33B7D36656}" type="presOf" srcId="{9AE5F79B-AE2A-4B31-9C88-672BE19582B0}" destId="{67B35891-AC56-472C-8358-6E4797E94C04}" srcOrd="0" destOrd="1" presId="urn:microsoft.com/office/officeart/2005/8/layout/chevron2"/>
    <dgm:cxn modelId="{66456A37-2BA2-46CB-B0E8-3519B39182F0}" srcId="{176B72E8-057D-4EC7-884C-08641E4F6023}" destId="{D05B8EF8-42CD-453B-978E-BDA26328EE4D}" srcOrd="0" destOrd="0" parTransId="{AC9A4522-B9C8-4749-9CFE-93231D6EC7D7}" sibTransId="{E74FFBA3-7E80-4157-99C1-10871020C42E}"/>
    <dgm:cxn modelId="{7D89043A-7F7C-4423-9DAC-F83AB92BCE63}" srcId="{99D0321F-E57C-46C1-8B4E-78537ACAC7DB}" destId="{DB47FC60-B830-4564-9725-59A4F63B8287}" srcOrd="0" destOrd="0" parTransId="{1F046E81-476A-47AE-A6A6-9076034EF471}" sibTransId="{E568EEE8-48B5-419B-8B48-F0FFC48B55E5}"/>
    <dgm:cxn modelId="{C62C663E-E872-47A6-B0AE-09D9A6766B08}" srcId="{DA02D33E-264C-4257-B566-E263BFBE12BB}" destId="{348A086D-880A-471C-8E62-FFD4EBBBFAB0}" srcOrd="0" destOrd="0" parTransId="{FF6EA687-05B3-43F7-9900-587D1C7B9A90}" sibTransId="{B52ADE90-1D64-4173-B1E0-0CB605AF575A}"/>
    <dgm:cxn modelId="{0223815F-A62E-436A-967C-C3768A42375C}" type="presOf" srcId="{DB47FC60-B830-4564-9725-59A4F63B8287}" destId="{A5728868-00ED-49DE-9BEE-A12DA7870725}" srcOrd="0" destOrd="0" presId="urn:microsoft.com/office/officeart/2005/8/layout/chevron2"/>
    <dgm:cxn modelId="{C94A5660-DE9B-4C14-BA8D-718BB0D2E341}" type="presOf" srcId="{E65B84E0-6D82-4D8A-AA89-0CD9DF06BD04}" destId="{A44C1AB1-3760-475E-9859-17AF5CC7B274}" srcOrd="0" destOrd="0" presId="urn:microsoft.com/office/officeart/2005/8/layout/chevron2"/>
    <dgm:cxn modelId="{6EC4F066-F467-425E-BE3C-A0D77C83FD40}" srcId="{C7D404DA-AFF0-4E83-8AA3-5245CBE1E8F7}" destId="{E80CFECE-B517-4284-9E2B-6CD2F34F135F}" srcOrd="1" destOrd="0" parTransId="{B7CE3935-06C9-48E3-ACAD-91CBA848436D}" sibTransId="{88FCD166-BB15-4704-B485-CB5459BDF768}"/>
    <dgm:cxn modelId="{FD35E76A-AC57-4335-8946-54CF9135CDA7}" srcId="{A3C28843-B61A-40C1-873A-449B1BB1E803}" destId="{E65B84E0-6D82-4D8A-AA89-0CD9DF06BD04}" srcOrd="0" destOrd="0" parTransId="{8272F463-2F09-434A-BE8E-0C49180910E8}" sibTransId="{1F95EC5C-84D8-4708-BFB2-5994039DA796}"/>
    <dgm:cxn modelId="{14FC2D6F-805B-45DD-A647-C3A2B79F8950}" type="presOf" srcId="{DA02D33E-264C-4257-B566-E263BFBE12BB}" destId="{37BD840C-0F2D-4F42-82C4-71B95DCBDF18}" srcOrd="0" destOrd="0" presId="urn:microsoft.com/office/officeart/2005/8/layout/chevron2"/>
    <dgm:cxn modelId="{8380454F-B43B-45F3-9D62-3BD43DE7908D}" srcId="{D05B8EF8-42CD-453B-978E-BDA26328EE4D}" destId="{9AE5F79B-AE2A-4B31-9C88-672BE19582B0}" srcOrd="0" destOrd="0" parTransId="{C6B09F03-E25B-43AE-A999-0B47532AEFE8}" sibTransId="{16D39389-2DEC-4600-8C9C-31C9FF5CD106}"/>
    <dgm:cxn modelId="{164A7A70-C946-47F0-827C-2B72F5BF99B3}" srcId="{C7D404DA-AFF0-4E83-8AA3-5245CBE1E8F7}" destId="{A3C28843-B61A-40C1-873A-449B1BB1E803}" srcOrd="7" destOrd="0" parTransId="{127BE064-17AA-4325-BE57-94C4D6132E65}" sibTransId="{9787C93D-489A-4748-92DE-8F9EBB79A08C}"/>
    <dgm:cxn modelId="{2FFBCD51-A201-4FF5-B9F7-EFE5B829972E}" type="presOf" srcId="{2AA847F3-4FDA-45FA-979B-2729A11919C6}" destId="{5A9DBCD3-8C94-4B1B-8F27-CA2543523C5D}" srcOrd="0" destOrd="0" presId="urn:microsoft.com/office/officeart/2005/8/layout/chevron2"/>
    <dgm:cxn modelId="{7B62D271-3F51-47F6-A6DF-0009C0C17B79}" srcId="{C7D404DA-AFF0-4E83-8AA3-5245CBE1E8F7}" destId="{99D0321F-E57C-46C1-8B4E-78537ACAC7DB}" srcOrd="5" destOrd="0" parTransId="{97EBB91B-9803-4E91-BE81-11449D798C1D}" sibTransId="{D142BE30-FA48-4E2F-9AC9-785447884D60}"/>
    <dgm:cxn modelId="{A55E2F78-5EDF-45BC-89F0-80E614450B22}" srcId="{C7D404DA-AFF0-4E83-8AA3-5245CBE1E8F7}" destId="{4B6EC07A-5120-449F-B73D-F8D150832930}" srcOrd="0" destOrd="0" parTransId="{4258F93C-2753-4DF2-8A0D-AB1DEA040690}" sibTransId="{BF22D9D0-C173-4255-A61B-C6649FA150C8}"/>
    <dgm:cxn modelId="{B6ABB37A-C266-4317-8965-06AA7CB9B201}" type="presOf" srcId="{BE1878E7-2616-4299-B58C-A48647FCF407}" destId="{EB00C526-8A22-43EC-995F-F2575B134080}" srcOrd="0" destOrd="0" presId="urn:microsoft.com/office/officeart/2005/8/layout/chevron2"/>
    <dgm:cxn modelId="{5E5FE687-2E03-410B-A86E-F3DB201AB20B}" type="presOf" srcId="{926D892B-6791-4CD0-BBD1-F4A584622DEF}" destId="{8537156B-4C61-49CE-9FC6-D5CE381933FC}" srcOrd="0" destOrd="0" presId="urn:microsoft.com/office/officeart/2005/8/layout/chevron2"/>
    <dgm:cxn modelId="{39915889-B0C4-4AE3-93C8-CEAEB166081D}" srcId="{E80CFECE-B517-4284-9E2B-6CD2F34F135F}" destId="{AC9634B8-5EB0-4697-AE06-7F5AEDA9B499}" srcOrd="0" destOrd="0" parTransId="{CDFD2AE5-17E1-4360-B846-C1C4577EDBA4}" sibTransId="{0F18C136-8D8A-42FA-B65D-2F6482077B23}"/>
    <dgm:cxn modelId="{0DD7B98B-0CD9-4F5F-8F91-A75FEB1F8864}" srcId="{D05B8EF8-42CD-453B-978E-BDA26328EE4D}" destId="{B718ECDB-128A-432F-9217-9F98F57E1BF9}" srcOrd="1" destOrd="0" parTransId="{1911B5EB-9B3C-4AEC-99C2-5CE9EB52F988}" sibTransId="{B2A9EA1D-6197-4A7E-8F17-F2FD762B09A5}"/>
    <dgm:cxn modelId="{0D7BB095-FFEB-4ECE-81AB-76D41E6CB183}" srcId="{C7D404DA-AFF0-4E83-8AA3-5245CBE1E8F7}" destId="{176B72E8-057D-4EC7-884C-08641E4F6023}" srcOrd="4" destOrd="0" parTransId="{A2858CEE-C6A3-4AB2-A570-2CB5BBA21206}" sibTransId="{5B3252DC-4774-40EE-A183-A283A554124D}"/>
    <dgm:cxn modelId="{8CE9EAA1-1C81-47CD-862E-208C19AC9ACF}" srcId="{C7D404DA-AFF0-4E83-8AA3-5245CBE1E8F7}" destId="{2AA847F3-4FDA-45FA-979B-2729A11919C6}" srcOrd="3" destOrd="0" parTransId="{6C64458A-B79F-4A2C-9195-DD423A5AACA4}" sibTransId="{8FE4FEA0-3B06-499D-9AE1-AE33EB3E8A2B}"/>
    <dgm:cxn modelId="{B457AEA2-EF50-4CE1-AB89-CEF5F1ADAE4F}" type="presOf" srcId="{D05B8EF8-42CD-453B-978E-BDA26328EE4D}" destId="{67B35891-AC56-472C-8358-6E4797E94C04}" srcOrd="0" destOrd="0" presId="urn:microsoft.com/office/officeart/2005/8/layout/chevron2"/>
    <dgm:cxn modelId="{2045F6AB-261E-4D40-A9BD-17FABCD424F0}" type="presOf" srcId="{176B72E8-057D-4EC7-884C-08641E4F6023}" destId="{0AA98C09-73AF-46E9-88E4-A08A507DA89D}" srcOrd="0" destOrd="0" presId="urn:microsoft.com/office/officeart/2005/8/layout/chevron2"/>
    <dgm:cxn modelId="{B6B2E5AC-EEC3-4C65-9F98-36301C3945DE}" type="presOf" srcId="{99D0321F-E57C-46C1-8B4E-78537ACAC7DB}" destId="{39D57A0A-0403-4F27-93A1-5884BE175EA5}" srcOrd="0" destOrd="0" presId="urn:microsoft.com/office/officeart/2005/8/layout/chevron2"/>
    <dgm:cxn modelId="{EE2944B3-0536-4E1E-9138-332BDFAB8DE6}" type="presOf" srcId="{348A086D-880A-471C-8E62-FFD4EBBBFAB0}" destId="{B6A99172-0ED0-41DE-A32C-7320885A8078}" srcOrd="0" destOrd="0" presId="urn:microsoft.com/office/officeart/2005/8/layout/chevron2"/>
    <dgm:cxn modelId="{73E908C3-457C-48CB-AB76-F15AD535D414}" type="presOf" srcId="{69FB64A6-5CA0-441D-B367-02626A0B5813}" destId="{35C090B3-FA8B-4774-AF7A-E072B598B657}" srcOrd="0" destOrd="0" presId="urn:microsoft.com/office/officeart/2005/8/layout/chevron2"/>
    <dgm:cxn modelId="{00F324D0-B828-450C-8092-900E5FA2AC70}" type="presOf" srcId="{1CB281EF-DDC9-4042-BD28-CBC64B259F80}" destId="{C47BB069-C8F7-4E41-AE65-5AAEBEE0766C}" srcOrd="0" destOrd="0" presId="urn:microsoft.com/office/officeart/2005/8/layout/chevron2"/>
    <dgm:cxn modelId="{E502BAD9-5B89-441B-9705-68BD047E1AB3}" type="presOf" srcId="{B718ECDB-128A-432F-9217-9F98F57E1BF9}" destId="{67B35891-AC56-472C-8358-6E4797E94C04}" srcOrd="0" destOrd="2" presId="urn:microsoft.com/office/officeart/2005/8/layout/chevron2"/>
    <dgm:cxn modelId="{B2BF7CE5-A376-4493-A7B2-BFD7C382C445}" srcId="{2AA847F3-4FDA-45FA-979B-2729A11919C6}" destId="{926D892B-6791-4CD0-BBD1-F4A584622DEF}" srcOrd="0" destOrd="0" parTransId="{AE7BF419-844C-4179-8C41-3E3841931F62}" sibTransId="{58DC4067-9C8F-462F-8291-A84519223637}"/>
    <dgm:cxn modelId="{181B00ED-B45B-4F5E-BEB6-3C2973063B36}" type="presOf" srcId="{AC9634B8-5EB0-4697-AE06-7F5AEDA9B499}" destId="{E0CBA6CF-A055-4115-9A7B-458D529F1023}" srcOrd="0" destOrd="0" presId="urn:microsoft.com/office/officeart/2005/8/layout/chevron2"/>
    <dgm:cxn modelId="{B0D9E8F0-485F-4A7E-9DB5-8527877D414A}" srcId="{69FB64A6-5CA0-441D-B367-02626A0B5813}" destId="{1CB281EF-DDC9-4042-BD28-CBC64B259F80}" srcOrd="0" destOrd="0" parTransId="{BDA00E76-ABA8-42A0-B6EF-3A37F9A8F9FC}" sibTransId="{0AECB026-6DC8-4133-ABB1-6462DF82B71E}"/>
    <dgm:cxn modelId="{A93D10F3-07E0-4EC0-92EC-57BCC2663E50}" type="presOf" srcId="{A3C28843-B61A-40C1-873A-449B1BB1E803}" destId="{E2EA8C6A-5289-4DE6-BA02-950B15DF22FD}" srcOrd="0" destOrd="0" presId="urn:microsoft.com/office/officeart/2005/8/layout/chevron2"/>
    <dgm:cxn modelId="{51E7AAF5-AC14-49F9-9C3C-8D8FC5E5A91E}" srcId="{D05B8EF8-42CD-453B-978E-BDA26328EE4D}" destId="{2704B29E-EA3C-4095-ACE2-97EA86D06148}" srcOrd="2" destOrd="0" parTransId="{30A4F241-0E6D-4074-9930-9D16C73FFB5C}" sibTransId="{F33572B9-DFFD-4DDD-A8BF-B1B31C174C8B}"/>
    <dgm:cxn modelId="{5EA275FA-BBD9-4C1D-81AF-F62AD2CD0992}" srcId="{C7D404DA-AFF0-4E83-8AA3-5245CBE1E8F7}" destId="{69FB64A6-5CA0-441D-B367-02626A0B5813}" srcOrd="2" destOrd="0" parTransId="{63C90BAE-C3B3-4825-B6BB-2787AC938132}" sibTransId="{C3093651-1B11-4A84-A405-EC69B85BF3ED}"/>
    <dgm:cxn modelId="{1C130B0E-3DCA-46E0-A955-D4990DEEC7C1}" type="presParOf" srcId="{62997849-EBBB-4D4C-AD48-143E7B03BFD8}" destId="{1B36B5A2-2903-4DEA-9DE5-2EF1E1357C43}" srcOrd="0" destOrd="0" presId="urn:microsoft.com/office/officeart/2005/8/layout/chevron2"/>
    <dgm:cxn modelId="{9C2E9D9D-7B33-4830-A7CA-72E531833F04}" type="presParOf" srcId="{1B36B5A2-2903-4DEA-9DE5-2EF1E1357C43}" destId="{4E72F5B2-395B-42DE-94BD-6CF55C579E80}" srcOrd="0" destOrd="0" presId="urn:microsoft.com/office/officeart/2005/8/layout/chevron2"/>
    <dgm:cxn modelId="{F2BEC79C-C47A-44A7-AD7B-2309AD3915B9}" type="presParOf" srcId="{1B36B5A2-2903-4DEA-9DE5-2EF1E1357C43}" destId="{EB00C526-8A22-43EC-995F-F2575B134080}" srcOrd="1" destOrd="0" presId="urn:microsoft.com/office/officeart/2005/8/layout/chevron2"/>
    <dgm:cxn modelId="{11EFCB74-36BC-4743-9E93-14113DD38BC0}" type="presParOf" srcId="{62997849-EBBB-4D4C-AD48-143E7B03BFD8}" destId="{048A0588-2C98-47B2-9C8E-FC1D0FDE5E4B}" srcOrd="1" destOrd="0" presId="urn:microsoft.com/office/officeart/2005/8/layout/chevron2"/>
    <dgm:cxn modelId="{A74AE2BD-487C-4BD3-959F-4223DAA42978}" type="presParOf" srcId="{62997849-EBBB-4D4C-AD48-143E7B03BFD8}" destId="{4F76C65A-43D5-4807-B3BA-D33B134984B7}" srcOrd="2" destOrd="0" presId="urn:microsoft.com/office/officeart/2005/8/layout/chevron2"/>
    <dgm:cxn modelId="{4C7DA506-31E2-40AC-9C59-F765085BFDF5}" type="presParOf" srcId="{4F76C65A-43D5-4807-B3BA-D33B134984B7}" destId="{76F19AB6-6BEB-4DE1-ABEA-D7C269B3DA71}" srcOrd="0" destOrd="0" presId="urn:microsoft.com/office/officeart/2005/8/layout/chevron2"/>
    <dgm:cxn modelId="{22C2C8D6-A5A2-42D1-9F03-1EBF16CF9483}" type="presParOf" srcId="{4F76C65A-43D5-4807-B3BA-D33B134984B7}" destId="{E0CBA6CF-A055-4115-9A7B-458D529F1023}" srcOrd="1" destOrd="0" presId="urn:microsoft.com/office/officeart/2005/8/layout/chevron2"/>
    <dgm:cxn modelId="{15E52FAC-08A4-48B9-AEAA-C3D4103D0A0D}" type="presParOf" srcId="{62997849-EBBB-4D4C-AD48-143E7B03BFD8}" destId="{324A201E-EE61-4700-8F2D-1C2DF7417230}" srcOrd="3" destOrd="0" presId="urn:microsoft.com/office/officeart/2005/8/layout/chevron2"/>
    <dgm:cxn modelId="{18159391-CF34-42CA-9BA6-DBDB8B11965E}" type="presParOf" srcId="{62997849-EBBB-4D4C-AD48-143E7B03BFD8}" destId="{83A6A03D-A79A-44D3-AEFD-DAE3A3AFDC0B}" srcOrd="4" destOrd="0" presId="urn:microsoft.com/office/officeart/2005/8/layout/chevron2"/>
    <dgm:cxn modelId="{FC781BF1-A848-4F65-AF6A-ACF3423D6A44}" type="presParOf" srcId="{83A6A03D-A79A-44D3-AEFD-DAE3A3AFDC0B}" destId="{35C090B3-FA8B-4774-AF7A-E072B598B657}" srcOrd="0" destOrd="0" presId="urn:microsoft.com/office/officeart/2005/8/layout/chevron2"/>
    <dgm:cxn modelId="{D08E26DA-4959-4EB2-829A-54865736B1DD}" type="presParOf" srcId="{83A6A03D-A79A-44D3-AEFD-DAE3A3AFDC0B}" destId="{C47BB069-C8F7-4E41-AE65-5AAEBEE0766C}" srcOrd="1" destOrd="0" presId="urn:microsoft.com/office/officeart/2005/8/layout/chevron2"/>
    <dgm:cxn modelId="{0F4B1231-56D8-4B85-B711-0311D89A1F90}" type="presParOf" srcId="{62997849-EBBB-4D4C-AD48-143E7B03BFD8}" destId="{4026A98F-A767-4B6D-9BB9-97383F9DEFEC}" srcOrd="5" destOrd="0" presId="urn:microsoft.com/office/officeart/2005/8/layout/chevron2"/>
    <dgm:cxn modelId="{A6BAD952-BC21-4983-9FA1-11D29A70370D}" type="presParOf" srcId="{62997849-EBBB-4D4C-AD48-143E7B03BFD8}" destId="{4CC0E929-AB96-470A-A537-17BC1B18C075}" srcOrd="6" destOrd="0" presId="urn:microsoft.com/office/officeart/2005/8/layout/chevron2"/>
    <dgm:cxn modelId="{C65D314A-3680-4D5C-B9C1-32C6E98228C5}" type="presParOf" srcId="{4CC0E929-AB96-470A-A537-17BC1B18C075}" destId="{5A9DBCD3-8C94-4B1B-8F27-CA2543523C5D}" srcOrd="0" destOrd="0" presId="urn:microsoft.com/office/officeart/2005/8/layout/chevron2"/>
    <dgm:cxn modelId="{01FFD666-6606-45BA-9486-B2BE5DB18150}" type="presParOf" srcId="{4CC0E929-AB96-470A-A537-17BC1B18C075}" destId="{8537156B-4C61-49CE-9FC6-D5CE381933FC}" srcOrd="1" destOrd="0" presId="urn:microsoft.com/office/officeart/2005/8/layout/chevron2"/>
    <dgm:cxn modelId="{892557E9-B750-4017-9EBE-41501AD468AA}" type="presParOf" srcId="{62997849-EBBB-4D4C-AD48-143E7B03BFD8}" destId="{389ED2F5-C5D4-49F2-81E9-E4139B7EAA16}" srcOrd="7" destOrd="0" presId="urn:microsoft.com/office/officeart/2005/8/layout/chevron2"/>
    <dgm:cxn modelId="{D5D8E0EB-B234-4F4F-BCF0-D34BBF9B23C6}" type="presParOf" srcId="{62997849-EBBB-4D4C-AD48-143E7B03BFD8}" destId="{509DF2AD-EDFC-44CA-BB15-36024EFD3E80}" srcOrd="8" destOrd="0" presId="urn:microsoft.com/office/officeart/2005/8/layout/chevron2"/>
    <dgm:cxn modelId="{ADECE9E6-DBAC-4067-98D7-D73119E91E59}" type="presParOf" srcId="{509DF2AD-EDFC-44CA-BB15-36024EFD3E80}" destId="{0AA98C09-73AF-46E9-88E4-A08A507DA89D}" srcOrd="0" destOrd="0" presId="urn:microsoft.com/office/officeart/2005/8/layout/chevron2"/>
    <dgm:cxn modelId="{9BB9E6B3-9832-457B-84A9-81756244C5C8}" type="presParOf" srcId="{509DF2AD-EDFC-44CA-BB15-36024EFD3E80}" destId="{67B35891-AC56-472C-8358-6E4797E94C04}" srcOrd="1" destOrd="0" presId="urn:microsoft.com/office/officeart/2005/8/layout/chevron2"/>
    <dgm:cxn modelId="{A022AC35-912C-453E-90B8-2B7E8985D772}" type="presParOf" srcId="{62997849-EBBB-4D4C-AD48-143E7B03BFD8}" destId="{1FB91C72-A22F-4016-A0D0-45197A45A35B}" srcOrd="9" destOrd="0" presId="urn:microsoft.com/office/officeart/2005/8/layout/chevron2"/>
    <dgm:cxn modelId="{309055E2-3247-4FDE-AF08-14B56331C505}" type="presParOf" srcId="{62997849-EBBB-4D4C-AD48-143E7B03BFD8}" destId="{559F4F95-FA1A-4EC9-AFB7-477E440F2648}" srcOrd="10" destOrd="0" presId="urn:microsoft.com/office/officeart/2005/8/layout/chevron2"/>
    <dgm:cxn modelId="{A9751679-B5F7-4BEA-B3DE-33291A8705AC}" type="presParOf" srcId="{559F4F95-FA1A-4EC9-AFB7-477E440F2648}" destId="{39D57A0A-0403-4F27-93A1-5884BE175EA5}" srcOrd="0" destOrd="0" presId="urn:microsoft.com/office/officeart/2005/8/layout/chevron2"/>
    <dgm:cxn modelId="{768DC334-D6A9-4929-8C43-DE0318AF08AB}" type="presParOf" srcId="{559F4F95-FA1A-4EC9-AFB7-477E440F2648}" destId="{A5728868-00ED-49DE-9BEE-A12DA7870725}" srcOrd="1" destOrd="0" presId="urn:microsoft.com/office/officeart/2005/8/layout/chevron2"/>
    <dgm:cxn modelId="{6E1F8603-B271-43BD-853F-0DD72464C4AB}" type="presParOf" srcId="{62997849-EBBB-4D4C-AD48-143E7B03BFD8}" destId="{9920EF44-2733-4B25-B866-6B6B734F7866}" srcOrd="11" destOrd="0" presId="urn:microsoft.com/office/officeart/2005/8/layout/chevron2"/>
    <dgm:cxn modelId="{5BD0059C-DE4A-47E9-8844-518AA3F008EC}" type="presParOf" srcId="{62997849-EBBB-4D4C-AD48-143E7B03BFD8}" destId="{8CD907ED-D4E5-42D7-83E3-E290BDAA3625}" srcOrd="12" destOrd="0" presId="urn:microsoft.com/office/officeart/2005/8/layout/chevron2"/>
    <dgm:cxn modelId="{169FB9E9-3073-4412-BA2E-50DA884B06CE}" type="presParOf" srcId="{8CD907ED-D4E5-42D7-83E3-E290BDAA3625}" destId="{37BD840C-0F2D-4F42-82C4-71B95DCBDF18}" srcOrd="0" destOrd="0" presId="urn:microsoft.com/office/officeart/2005/8/layout/chevron2"/>
    <dgm:cxn modelId="{60D9E8A8-CF68-4687-B4C1-D2CC4619B40C}" type="presParOf" srcId="{8CD907ED-D4E5-42D7-83E3-E290BDAA3625}" destId="{B6A99172-0ED0-41DE-A32C-7320885A8078}" srcOrd="1" destOrd="0" presId="urn:microsoft.com/office/officeart/2005/8/layout/chevron2"/>
    <dgm:cxn modelId="{02C84374-93EA-4208-8E6E-2331935F420E}" type="presParOf" srcId="{62997849-EBBB-4D4C-AD48-143E7B03BFD8}" destId="{E8F1CA43-7AAA-4969-9566-CF24CAFA2152}" srcOrd="13" destOrd="0" presId="urn:microsoft.com/office/officeart/2005/8/layout/chevron2"/>
    <dgm:cxn modelId="{00DB3FCF-E9F7-43A6-AC66-AAFBDCD6B3F6}" type="presParOf" srcId="{62997849-EBBB-4D4C-AD48-143E7B03BFD8}" destId="{5E3BA9BF-2500-4182-A923-ECECF3702A5A}" srcOrd="14" destOrd="0" presId="urn:microsoft.com/office/officeart/2005/8/layout/chevron2"/>
    <dgm:cxn modelId="{3AC5A6C4-C876-40DF-8347-848F897D16A1}" type="presParOf" srcId="{5E3BA9BF-2500-4182-A923-ECECF3702A5A}" destId="{E2EA8C6A-5289-4DE6-BA02-950B15DF22FD}" srcOrd="0" destOrd="0" presId="urn:microsoft.com/office/officeart/2005/8/layout/chevron2"/>
    <dgm:cxn modelId="{F0EBC3D5-FA16-4008-BFEE-49C98EB7674D}" type="presParOf" srcId="{5E3BA9BF-2500-4182-A923-ECECF3702A5A}" destId="{A44C1AB1-3760-475E-9859-17AF5CC7B27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3C85B7-09F2-44BA-A517-F77930D6D94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2615E7-F3A0-4EBF-BC9B-8B296D58AB1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 Sources </a:t>
          </a:r>
        </a:p>
      </dgm:t>
    </dgm:pt>
    <dgm:pt modelId="{54C9DBE4-633F-4A2E-A9F3-7E72D0FEE0D6}" type="parTrans" cxnId="{69430246-565C-475A-BBCB-16DD73B4218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F343C4-604D-4CBE-80D9-02C4EB328A1F}" type="sibTrans" cxnId="{69430246-565C-475A-BBCB-16DD73B4218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5C0112-1488-492D-8F03-84224D49801D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ETL Pipeline </a:t>
          </a:r>
        </a:p>
      </dgm:t>
    </dgm:pt>
    <dgm:pt modelId="{E24D3BE5-559E-4FE5-A270-4FD6AA561237}" type="parTrans" cxnId="{0FEA251E-B8B6-4882-A63E-2BFD073607B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8A3BBF-039D-4850-99E5-3F89F3D71AE6}" type="sibTrans" cxnId="{0FEA251E-B8B6-4882-A63E-2BFD073607B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AA1D0B-7A1E-4902-BC9A-3383D9B1364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NLP Skill Extraction </a:t>
          </a:r>
        </a:p>
      </dgm:t>
    </dgm:pt>
    <dgm:pt modelId="{D0D3E103-D1E1-493C-9219-009E343F6171}" type="parTrans" cxnId="{DAF01671-48F4-4BB4-A504-BD0B78D6C2E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A49875-B071-4907-87ED-28273058C428}" type="sibTrans" cxnId="{DAF01671-48F4-4BB4-A504-BD0B78D6C2E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61C534-8204-4426-B63A-369FD7AA661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Knowledge Graph</a:t>
          </a:r>
        </a:p>
      </dgm:t>
    </dgm:pt>
    <dgm:pt modelId="{2E10C43F-FE48-4A87-B8C6-B270845B8FB7}" type="parTrans" cxnId="{ACFAA44D-50FB-42DE-87E4-497801DCF3E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A2EFB0-4FC2-498E-A1ED-39B789DF82CB}" type="sibTrans" cxnId="{ACFAA44D-50FB-42DE-87E4-497801DCF3E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60AE62-4B55-4D0F-AA0C-EDEDA448F16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Ensemble Forecasting</a:t>
          </a:r>
        </a:p>
      </dgm:t>
    </dgm:pt>
    <dgm:pt modelId="{6434792A-E2E5-4894-BCC5-4345EEAF9540}" type="parTrans" cxnId="{FF535DA5-949D-4678-B376-7025AD89FB2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438884-F970-43B7-8EDF-FA76E31BE528}" type="sibTrans" cxnId="{FF535DA5-949D-4678-B376-7025AD89FB2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75DD0-9737-48B5-8882-2A38479AD33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Scoring Engine </a:t>
          </a:r>
        </a:p>
      </dgm:t>
    </dgm:pt>
    <dgm:pt modelId="{604CAB84-E376-48CA-9505-BC3EFEFB3155}" type="parTrans" cxnId="{5D8D57BB-848A-40D6-8231-273754CC462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707F0F-4CB8-4C68-A087-78C7084AF504}" type="sibTrans" cxnId="{5D8D57BB-848A-40D6-8231-273754CC462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1BA336-4ED5-4418-BDAB-3AE14BDDD03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REST API </a:t>
          </a:r>
        </a:p>
      </dgm:t>
    </dgm:pt>
    <dgm:pt modelId="{B409F013-B4BA-43A1-860F-7B7CB3EA01F8}" type="parTrans" cxnId="{30018090-3A82-41EC-BE13-835E6961157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48374F-4503-4A4F-B04A-857D480A0AD9}" type="sibTrans" cxnId="{30018090-3A82-41EC-BE13-835E6961157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6502C7-CF4F-4A2F-9926-14CCED39212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Dashboard</a:t>
          </a:r>
        </a:p>
      </dgm:t>
    </dgm:pt>
    <dgm:pt modelId="{A1C93C27-8FDF-450B-87EC-47A90A3B1234}" type="parTrans" cxnId="{EDD9BB94-0FB7-4E65-AAFE-2A565075CB2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A7E195-5305-4910-B7EF-1985770CC8A7}" type="sibTrans" cxnId="{EDD9BB94-0FB7-4E65-AAFE-2A565075CB2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999B08-159F-4AB3-9046-B1399E7D7A86}" type="pres">
      <dgm:prSet presAssocID="{7D3C85B7-09F2-44BA-A517-F77930D6D94E}" presName="diagram" presStyleCnt="0">
        <dgm:presLayoutVars>
          <dgm:dir/>
          <dgm:resizeHandles val="exact"/>
        </dgm:presLayoutVars>
      </dgm:prSet>
      <dgm:spPr/>
    </dgm:pt>
    <dgm:pt modelId="{645C1FCA-32D2-4680-A0DB-04AE87FEB080}" type="pres">
      <dgm:prSet presAssocID="{EA2615E7-F3A0-4EBF-BC9B-8B296D58AB1E}" presName="node" presStyleLbl="node1" presStyleIdx="0" presStyleCnt="8">
        <dgm:presLayoutVars>
          <dgm:bulletEnabled val="1"/>
        </dgm:presLayoutVars>
      </dgm:prSet>
      <dgm:spPr/>
    </dgm:pt>
    <dgm:pt modelId="{8B99D949-0CE3-409E-B9AA-60555422C86B}" type="pres">
      <dgm:prSet presAssocID="{98F343C4-604D-4CBE-80D9-02C4EB328A1F}" presName="sibTrans" presStyleLbl="sibTrans2D1" presStyleIdx="0" presStyleCnt="7"/>
      <dgm:spPr/>
    </dgm:pt>
    <dgm:pt modelId="{C57D37C4-0DC9-44F6-902C-9905D3F96653}" type="pres">
      <dgm:prSet presAssocID="{98F343C4-604D-4CBE-80D9-02C4EB328A1F}" presName="connectorText" presStyleLbl="sibTrans2D1" presStyleIdx="0" presStyleCnt="7"/>
      <dgm:spPr/>
    </dgm:pt>
    <dgm:pt modelId="{A1F67D4B-61CD-43C6-A803-0DE15EF4192F}" type="pres">
      <dgm:prSet presAssocID="{395C0112-1488-492D-8F03-84224D49801D}" presName="node" presStyleLbl="node1" presStyleIdx="1" presStyleCnt="8">
        <dgm:presLayoutVars>
          <dgm:bulletEnabled val="1"/>
        </dgm:presLayoutVars>
      </dgm:prSet>
      <dgm:spPr/>
    </dgm:pt>
    <dgm:pt modelId="{4F324B19-26E0-4139-9D55-4C465AA351AA}" type="pres">
      <dgm:prSet presAssocID="{828A3BBF-039D-4850-99E5-3F89F3D71AE6}" presName="sibTrans" presStyleLbl="sibTrans2D1" presStyleIdx="1" presStyleCnt="7"/>
      <dgm:spPr/>
    </dgm:pt>
    <dgm:pt modelId="{ED1968B8-8526-4971-9686-AD0A452A48B4}" type="pres">
      <dgm:prSet presAssocID="{828A3BBF-039D-4850-99E5-3F89F3D71AE6}" presName="connectorText" presStyleLbl="sibTrans2D1" presStyleIdx="1" presStyleCnt="7"/>
      <dgm:spPr/>
    </dgm:pt>
    <dgm:pt modelId="{D719DCE8-F92A-4DD4-808E-B3EDFF5F3540}" type="pres">
      <dgm:prSet presAssocID="{B3AA1D0B-7A1E-4902-BC9A-3383D9B1364C}" presName="node" presStyleLbl="node1" presStyleIdx="2" presStyleCnt="8">
        <dgm:presLayoutVars>
          <dgm:bulletEnabled val="1"/>
        </dgm:presLayoutVars>
      </dgm:prSet>
      <dgm:spPr/>
    </dgm:pt>
    <dgm:pt modelId="{7D5DA9F6-81C5-4A96-A903-774347AD8371}" type="pres">
      <dgm:prSet presAssocID="{E4A49875-B071-4907-87ED-28273058C428}" presName="sibTrans" presStyleLbl="sibTrans2D1" presStyleIdx="2" presStyleCnt="7"/>
      <dgm:spPr/>
    </dgm:pt>
    <dgm:pt modelId="{C7877D0D-2AF6-4E17-B187-F55596E1B1E6}" type="pres">
      <dgm:prSet presAssocID="{E4A49875-B071-4907-87ED-28273058C428}" presName="connectorText" presStyleLbl="sibTrans2D1" presStyleIdx="2" presStyleCnt="7"/>
      <dgm:spPr/>
    </dgm:pt>
    <dgm:pt modelId="{8917C4B7-37DA-478F-9E0D-5D6E221E6093}" type="pres">
      <dgm:prSet presAssocID="{6161C534-8204-4426-B63A-369FD7AA661D}" presName="node" presStyleLbl="node1" presStyleIdx="3" presStyleCnt="8">
        <dgm:presLayoutVars>
          <dgm:bulletEnabled val="1"/>
        </dgm:presLayoutVars>
      </dgm:prSet>
      <dgm:spPr/>
    </dgm:pt>
    <dgm:pt modelId="{460DB07E-EEAB-47D6-B527-C2CA0BC57505}" type="pres">
      <dgm:prSet presAssocID="{94A2EFB0-4FC2-498E-A1ED-39B789DF82CB}" presName="sibTrans" presStyleLbl="sibTrans2D1" presStyleIdx="3" presStyleCnt="7"/>
      <dgm:spPr/>
    </dgm:pt>
    <dgm:pt modelId="{7B866E5C-89E2-44E7-9A4F-D37D9C39007F}" type="pres">
      <dgm:prSet presAssocID="{94A2EFB0-4FC2-498E-A1ED-39B789DF82CB}" presName="connectorText" presStyleLbl="sibTrans2D1" presStyleIdx="3" presStyleCnt="7"/>
      <dgm:spPr/>
    </dgm:pt>
    <dgm:pt modelId="{5A55AC0B-7479-47D3-B921-D69327E9BB70}" type="pres">
      <dgm:prSet presAssocID="{A260AE62-4B55-4D0F-AA0C-EDEDA448F165}" presName="node" presStyleLbl="node1" presStyleIdx="4" presStyleCnt="8">
        <dgm:presLayoutVars>
          <dgm:bulletEnabled val="1"/>
        </dgm:presLayoutVars>
      </dgm:prSet>
      <dgm:spPr/>
    </dgm:pt>
    <dgm:pt modelId="{07FFCFCF-3C4E-4C51-ABCB-AE4FF9E0573F}" type="pres">
      <dgm:prSet presAssocID="{3B438884-F970-43B7-8EDF-FA76E31BE528}" presName="sibTrans" presStyleLbl="sibTrans2D1" presStyleIdx="4" presStyleCnt="7"/>
      <dgm:spPr/>
    </dgm:pt>
    <dgm:pt modelId="{7DA0F631-7F1C-49FE-A903-94C374D60A99}" type="pres">
      <dgm:prSet presAssocID="{3B438884-F970-43B7-8EDF-FA76E31BE528}" presName="connectorText" presStyleLbl="sibTrans2D1" presStyleIdx="4" presStyleCnt="7"/>
      <dgm:spPr/>
    </dgm:pt>
    <dgm:pt modelId="{561BB1C9-DB19-4D30-BDFC-7687711A8D75}" type="pres">
      <dgm:prSet presAssocID="{9D475DD0-9737-48B5-8882-2A38479AD330}" presName="node" presStyleLbl="node1" presStyleIdx="5" presStyleCnt="8">
        <dgm:presLayoutVars>
          <dgm:bulletEnabled val="1"/>
        </dgm:presLayoutVars>
      </dgm:prSet>
      <dgm:spPr/>
    </dgm:pt>
    <dgm:pt modelId="{A6E686A7-0D2D-46C3-80D5-462E4739CBD8}" type="pres">
      <dgm:prSet presAssocID="{60707F0F-4CB8-4C68-A087-78C7084AF504}" presName="sibTrans" presStyleLbl="sibTrans2D1" presStyleIdx="5" presStyleCnt="7"/>
      <dgm:spPr/>
    </dgm:pt>
    <dgm:pt modelId="{22E77283-D7FB-47A9-BD8C-4858550D9D88}" type="pres">
      <dgm:prSet presAssocID="{60707F0F-4CB8-4C68-A087-78C7084AF504}" presName="connectorText" presStyleLbl="sibTrans2D1" presStyleIdx="5" presStyleCnt="7"/>
      <dgm:spPr/>
    </dgm:pt>
    <dgm:pt modelId="{B1B3A05F-F28C-4670-97DF-2EFECC9F0BE5}" type="pres">
      <dgm:prSet presAssocID="{3C1BA336-4ED5-4418-BDAB-3AE14BDDD031}" presName="node" presStyleLbl="node1" presStyleIdx="6" presStyleCnt="8">
        <dgm:presLayoutVars>
          <dgm:bulletEnabled val="1"/>
        </dgm:presLayoutVars>
      </dgm:prSet>
      <dgm:spPr/>
    </dgm:pt>
    <dgm:pt modelId="{C91B7293-0986-42F2-B113-C675CA67C87A}" type="pres">
      <dgm:prSet presAssocID="{E048374F-4503-4A4F-B04A-857D480A0AD9}" presName="sibTrans" presStyleLbl="sibTrans2D1" presStyleIdx="6" presStyleCnt="7"/>
      <dgm:spPr/>
    </dgm:pt>
    <dgm:pt modelId="{C5E1D027-F2DB-47C1-BE76-6F52360F7E1F}" type="pres">
      <dgm:prSet presAssocID="{E048374F-4503-4A4F-B04A-857D480A0AD9}" presName="connectorText" presStyleLbl="sibTrans2D1" presStyleIdx="6" presStyleCnt="7"/>
      <dgm:spPr/>
    </dgm:pt>
    <dgm:pt modelId="{D84BBBD4-F05F-45FE-81B8-9072DD8574F2}" type="pres">
      <dgm:prSet presAssocID="{C86502C7-CF4F-4A2F-9926-14CCED39212B}" presName="node" presStyleLbl="node1" presStyleIdx="7" presStyleCnt="8">
        <dgm:presLayoutVars>
          <dgm:bulletEnabled val="1"/>
        </dgm:presLayoutVars>
      </dgm:prSet>
      <dgm:spPr/>
    </dgm:pt>
  </dgm:ptLst>
  <dgm:cxnLst>
    <dgm:cxn modelId="{C990AA01-5EBC-43FB-B3B9-9947660F53EA}" type="presOf" srcId="{C86502C7-CF4F-4A2F-9926-14CCED39212B}" destId="{D84BBBD4-F05F-45FE-81B8-9072DD8574F2}" srcOrd="0" destOrd="0" presId="urn:microsoft.com/office/officeart/2005/8/layout/process5"/>
    <dgm:cxn modelId="{561DC904-2333-4300-BEA3-0CB78C1E7EE3}" type="presOf" srcId="{3C1BA336-4ED5-4418-BDAB-3AE14BDDD031}" destId="{B1B3A05F-F28C-4670-97DF-2EFECC9F0BE5}" srcOrd="0" destOrd="0" presId="urn:microsoft.com/office/officeart/2005/8/layout/process5"/>
    <dgm:cxn modelId="{9F0A540C-46F8-449A-8933-AE084686D36F}" type="presOf" srcId="{EA2615E7-F3A0-4EBF-BC9B-8B296D58AB1E}" destId="{645C1FCA-32D2-4680-A0DB-04AE87FEB080}" srcOrd="0" destOrd="0" presId="urn:microsoft.com/office/officeart/2005/8/layout/process5"/>
    <dgm:cxn modelId="{0FEA251E-B8B6-4882-A63E-2BFD073607B6}" srcId="{7D3C85B7-09F2-44BA-A517-F77930D6D94E}" destId="{395C0112-1488-492D-8F03-84224D49801D}" srcOrd="1" destOrd="0" parTransId="{E24D3BE5-559E-4FE5-A270-4FD6AA561237}" sibTransId="{828A3BBF-039D-4850-99E5-3F89F3D71AE6}"/>
    <dgm:cxn modelId="{4D771B21-D7BF-46A0-BF07-153904DE6380}" type="presOf" srcId="{94A2EFB0-4FC2-498E-A1ED-39B789DF82CB}" destId="{460DB07E-EEAB-47D6-B527-C2CA0BC57505}" srcOrd="0" destOrd="0" presId="urn:microsoft.com/office/officeart/2005/8/layout/process5"/>
    <dgm:cxn modelId="{16D5FE21-DB04-4DC4-BD06-8D27D44C1FAE}" type="presOf" srcId="{98F343C4-604D-4CBE-80D9-02C4EB328A1F}" destId="{C57D37C4-0DC9-44F6-902C-9905D3F96653}" srcOrd="1" destOrd="0" presId="urn:microsoft.com/office/officeart/2005/8/layout/process5"/>
    <dgm:cxn modelId="{3D78B929-625F-403C-A7D2-9487A3C435EB}" type="presOf" srcId="{395C0112-1488-492D-8F03-84224D49801D}" destId="{A1F67D4B-61CD-43C6-A803-0DE15EF4192F}" srcOrd="0" destOrd="0" presId="urn:microsoft.com/office/officeart/2005/8/layout/process5"/>
    <dgm:cxn modelId="{28680E30-B77F-4ED8-BFD0-3DD84F99D193}" type="presOf" srcId="{B3AA1D0B-7A1E-4902-BC9A-3383D9B1364C}" destId="{D719DCE8-F92A-4DD4-808E-B3EDFF5F3540}" srcOrd="0" destOrd="0" presId="urn:microsoft.com/office/officeart/2005/8/layout/process5"/>
    <dgm:cxn modelId="{B3538235-8510-4C6E-8593-6BB79FFC25F0}" type="presOf" srcId="{828A3BBF-039D-4850-99E5-3F89F3D71AE6}" destId="{ED1968B8-8526-4971-9686-AD0A452A48B4}" srcOrd="1" destOrd="0" presId="urn:microsoft.com/office/officeart/2005/8/layout/process5"/>
    <dgm:cxn modelId="{00B45F3B-B91F-4AC7-AC35-91A0D2ED0A3B}" type="presOf" srcId="{98F343C4-604D-4CBE-80D9-02C4EB328A1F}" destId="{8B99D949-0CE3-409E-B9AA-60555422C86B}" srcOrd="0" destOrd="0" presId="urn:microsoft.com/office/officeart/2005/8/layout/process5"/>
    <dgm:cxn modelId="{8FED6745-9ED9-4C5A-A566-A276BE5DBAF1}" type="presOf" srcId="{9D475DD0-9737-48B5-8882-2A38479AD330}" destId="{561BB1C9-DB19-4D30-BDFC-7687711A8D75}" srcOrd="0" destOrd="0" presId="urn:microsoft.com/office/officeart/2005/8/layout/process5"/>
    <dgm:cxn modelId="{69430246-565C-475A-BBCB-16DD73B4218B}" srcId="{7D3C85B7-09F2-44BA-A517-F77930D6D94E}" destId="{EA2615E7-F3A0-4EBF-BC9B-8B296D58AB1E}" srcOrd="0" destOrd="0" parTransId="{54C9DBE4-633F-4A2E-A9F3-7E72D0FEE0D6}" sibTransId="{98F343C4-604D-4CBE-80D9-02C4EB328A1F}"/>
    <dgm:cxn modelId="{ACFAA44D-50FB-42DE-87E4-497801DCF3E0}" srcId="{7D3C85B7-09F2-44BA-A517-F77930D6D94E}" destId="{6161C534-8204-4426-B63A-369FD7AA661D}" srcOrd="3" destOrd="0" parTransId="{2E10C43F-FE48-4A87-B8C6-B270845B8FB7}" sibTransId="{94A2EFB0-4FC2-498E-A1ED-39B789DF82CB}"/>
    <dgm:cxn modelId="{DAF01671-48F4-4BB4-A504-BD0B78D6C2E9}" srcId="{7D3C85B7-09F2-44BA-A517-F77930D6D94E}" destId="{B3AA1D0B-7A1E-4902-BC9A-3383D9B1364C}" srcOrd="2" destOrd="0" parTransId="{D0D3E103-D1E1-493C-9219-009E343F6171}" sibTransId="{E4A49875-B071-4907-87ED-28273058C428}"/>
    <dgm:cxn modelId="{5A9EB17E-5E97-4D28-B411-E801B068E3CA}" type="presOf" srcId="{828A3BBF-039D-4850-99E5-3F89F3D71AE6}" destId="{4F324B19-26E0-4139-9D55-4C465AA351AA}" srcOrd="0" destOrd="0" presId="urn:microsoft.com/office/officeart/2005/8/layout/process5"/>
    <dgm:cxn modelId="{30018090-3A82-41EC-BE13-835E6961157E}" srcId="{7D3C85B7-09F2-44BA-A517-F77930D6D94E}" destId="{3C1BA336-4ED5-4418-BDAB-3AE14BDDD031}" srcOrd="6" destOrd="0" parTransId="{B409F013-B4BA-43A1-860F-7B7CB3EA01F8}" sibTransId="{E048374F-4503-4A4F-B04A-857D480A0AD9}"/>
    <dgm:cxn modelId="{DDDDD690-7818-4DC7-815E-214DA824EFD5}" type="presOf" srcId="{A260AE62-4B55-4D0F-AA0C-EDEDA448F165}" destId="{5A55AC0B-7479-47D3-B921-D69327E9BB70}" srcOrd="0" destOrd="0" presId="urn:microsoft.com/office/officeart/2005/8/layout/process5"/>
    <dgm:cxn modelId="{EDD9BB94-0FB7-4E65-AAFE-2A565075CB21}" srcId="{7D3C85B7-09F2-44BA-A517-F77930D6D94E}" destId="{C86502C7-CF4F-4A2F-9926-14CCED39212B}" srcOrd="7" destOrd="0" parTransId="{A1C93C27-8FDF-450B-87EC-47A90A3B1234}" sibTransId="{33A7E195-5305-4910-B7EF-1985770CC8A7}"/>
    <dgm:cxn modelId="{53906496-5063-4FEF-B97B-DC8FD37105CD}" type="presOf" srcId="{E048374F-4503-4A4F-B04A-857D480A0AD9}" destId="{C5E1D027-F2DB-47C1-BE76-6F52360F7E1F}" srcOrd="1" destOrd="0" presId="urn:microsoft.com/office/officeart/2005/8/layout/process5"/>
    <dgm:cxn modelId="{FF535DA5-949D-4678-B376-7025AD89FB29}" srcId="{7D3C85B7-09F2-44BA-A517-F77930D6D94E}" destId="{A260AE62-4B55-4D0F-AA0C-EDEDA448F165}" srcOrd="4" destOrd="0" parTransId="{6434792A-E2E5-4894-BCC5-4345EEAF9540}" sibTransId="{3B438884-F970-43B7-8EDF-FA76E31BE528}"/>
    <dgm:cxn modelId="{966421A6-C5B4-4C15-8C08-B70352FBA038}" type="presOf" srcId="{E4A49875-B071-4907-87ED-28273058C428}" destId="{7D5DA9F6-81C5-4A96-A903-774347AD8371}" srcOrd="0" destOrd="0" presId="urn:microsoft.com/office/officeart/2005/8/layout/process5"/>
    <dgm:cxn modelId="{A7A47FAA-7E35-416F-863A-DC4CA6108FCA}" type="presOf" srcId="{E4A49875-B071-4907-87ED-28273058C428}" destId="{C7877D0D-2AF6-4E17-B187-F55596E1B1E6}" srcOrd="1" destOrd="0" presId="urn:microsoft.com/office/officeart/2005/8/layout/process5"/>
    <dgm:cxn modelId="{9DEB1EAE-3719-4843-AFC2-06381BC33362}" type="presOf" srcId="{60707F0F-4CB8-4C68-A087-78C7084AF504}" destId="{A6E686A7-0D2D-46C3-80D5-462E4739CBD8}" srcOrd="0" destOrd="0" presId="urn:microsoft.com/office/officeart/2005/8/layout/process5"/>
    <dgm:cxn modelId="{BCDA29B9-DED4-4940-8CAF-3F24AB007008}" type="presOf" srcId="{94A2EFB0-4FC2-498E-A1ED-39B789DF82CB}" destId="{7B866E5C-89E2-44E7-9A4F-D37D9C39007F}" srcOrd="1" destOrd="0" presId="urn:microsoft.com/office/officeart/2005/8/layout/process5"/>
    <dgm:cxn modelId="{5D8D57BB-848A-40D6-8231-273754CC4625}" srcId="{7D3C85B7-09F2-44BA-A517-F77930D6D94E}" destId="{9D475DD0-9737-48B5-8882-2A38479AD330}" srcOrd="5" destOrd="0" parTransId="{604CAB84-E376-48CA-9505-BC3EFEFB3155}" sibTransId="{60707F0F-4CB8-4C68-A087-78C7084AF504}"/>
    <dgm:cxn modelId="{7F9710CA-855E-428E-9427-013CBFD8B555}" type="presOf" srcId="{E048374F-4503-4A4F-B04A-857D480A0AD9}" destId="{C91B7293-0986-42F2-B113-C675CA67C87A}" srcOrd="0" destOrd="0" presId="urn:microsoft.com/office/officeart/2005/8/layout/process5"/>
    <dgm:cxn modelId="{49A01DDC-50DA-4F79-B70A-B9600B6D6E4A}" type="presOf" srcId="{3B438884-F970-43B7-8EDF-FA76E31BE528}" destId="{7DA0F631-7F1C-49FE-A903-94C374D60A99}" srcOrd="1" destOrd="0" presId="urn:microsoft.com/office/officeart/2005/8/layout/process5"/>
    <dgm:cxn modelId="{36EB6DF4-61AA-40FF-BCFC-9A2BFB08F722}" type="presOf" srcId="{6161C534-8204-4426-B63A-369FD7AA661D}" destId="{8917C4B7-37DA-478F-9E0D-5D6E221E6093}" srcOrd="0" destOrd="0" presId="urn:microsoft.com/office/officeart/2005/8/layout/process5"/>
    <dgm:cxn modelId="{6615A0F5-CA44-4965-B79D-3B9EE59EE5E0}" type="presOf" srcId="{3B438884-F970-43B7-8EDF-FA76E31BE528}" destId="{07FFCFCF-3C4E-4C51-ABCB-AE4FF9E0573F}" srcOrd="0" destOrd="0" presId="urn:microsoft.com/office/officeart/2005/8/layout/process5"/>
    <dgm:cxn modelId="{C1B39BF8-CAB2-4F84-AB82-8EC21195DBC3}" type="presOf" srcId="{60707F0F-4CB8-4C68-A087-78C7084AF504}" destId="{22E77283-D7FB-47A9-BD8C-4858550D9D88}" srcOrd="1" destOrd="0" presId="urn:microsoft.com/office/officeart/2005/8/layout/process5"/>
    <dgm:cxn modelId="{83C5A5F9-432E-4C72-B8C3-33F9FCE1598A}" type="presOf" srcId="{7D3C85B7-09F2-44BA-A517-F77930D6D94E}" destId="{57999B08-159F-4AB3-9046-B1399E7D7A86}" srcOrd="0" destOrd="0" presId="urn:microsoft.com/office/officeart/2005/8/layout/process5"/>
    <dgm:cxn modelId="{7707526A-E13B-47E8-8B55-B5834B5798E9}" type="presParOf" srcId="{57999B08-159F-4AB3-9046-B1399E7D7A86}" destId="{645C1FCA-32D2-4680-A0DB-04AE87FEB080}" srcOrd="0" destOrd="0" presId="urn:microsoft.com/office/officeart/2005/8/layout/process5"/>
    <dgm:cxn modelId="{3578D22B-73C1-4EE3-8453-D421EF189BC7}" type="presParOf" srcId="{57999B08-159F-4AB3-9046-B1399E7D7A86}" destId="{8B99D949-0CE3-409E-B9AA-60555422C86B}" srcOrd="1" destOrd="0" presId="urn:microsoft.com/office/officeart/2005/8/layout/process5"/>
    <dgm:cxn modelId="{CB0F3F4B-6834-4F6C-82BA-7E32C91C8933}" type="presParOf" srcId="{8B99D949-0CE3-409E-B9AA-60555422C86B}" destId="{C57D37C4-0DC9-44F6-902C-9905D3F96653}" srcOrd="0" destOrd="0" presId="urn:microsoft.com/office/officeart/2005/8/layout/process5"/>
    <dgm:cxn modelId="{D405F2F6-C1CC-456A-8C8B-93A27959E9FF}" type="presParOf" srcId="{57999B08-159F-4AB3-9046-B1399E7D7A86}" destId="{A1F67D4B-61CD-43C6-A803-0DE15EF4192F}" srcOrd="2" destOrd="0" presId="urn:microsoft.com/office/officeart/2005/8/layout/process5"/>
    <dgm:cxn modelId="{2DFF1C22-3012-45E8-89A7-99BF2C5ED617}" type="presParOf" srcId="{57999B08-159F-4AB3-9046-B1399E7D7A86}" destId="{4F324B19-26E0-4139-9D55-4C465AA351AA}" srcOrd="3" destOrd="0" presId="urn:microsoft.com/office/officeart/2005/8/layout/process5"/>
    <dgm:cxn modelId="{9782D438-E8ED-488E-B6C9-4A759CC727E0}" type="presParOf" srcId="{4F324B19-26E0-4139-9D55-4C465AA351AA}" destId="{ED1968B8-8526-4971-9686-AD0A452A48B4}" srcOrd="0" destOrd="0" presId="urn:microsoft.com/office/officeart/2005/8/layout/process5"/>
    <dgm:cxn modelId="{531E92BA-96D7-458D-9324-DCBEB4CE85A6}" type="presParOf" srcId="{57999B08-159F-4AB3-9046-B1399E7D7A86}" destId="{D719DCE8-F92A-4DD4-808E-B3EDFF5F3540}" srcOrd="4" destOrd="0" presId="urn:microsoft.com/office/officeart/2005/8/layout/process5"/>
    <dgm:cxn modelId="{51B033CD-8D54-4EC0-B419-AE80260082DC}" type="presParOf" srcId="{57999B08-159F-4AB3-9046-B1399E7D7A86}" destId="{7D5DA9F6-81C5-4A96-A903-774347AD8371}" srcOrd="5" destOrd="0" presId="urn:microsoft.com/office/officeart/2005/8/layout/process5"/>
    <dgm:cxn modelId="{AA3BA75F-B9D7-4B82-A9D5-FA4F12728B7D}" type="presParOf" srcId="{7D5DA9F6-81C5-4A96-A903-774347AD8371}" destId="{C7877D0D-2AF6-4E17-B187-F55596E1B1E6}" srcOrd="0" destOrd="0" presId="urn:microsoft.com/office/officeart/2005/8/layout/process5"/>
    <dgm:cxn modelId="{3EF891BA-A97A-40E9-A927-B2AA93F95D61}" type="presParOf" srcId="{57999B08-159F-4AB3-9046-B1399E7D7A86}" destId="{8917C4B7-37DA-478F-9E0D-5D6E221E6093}" srcOrd="6" destOrd="0" presId="urn:microsoft.com/office/officeart/2005/8/layout/process5"/>
    <dgm:cxn modelId="{AAA30A07-54BC-488C-8C33-04F2051CB0EF}" type="presParOf" srcId="{57999B08-159F-4AB3-9046-B1399E7D7A86}" destId="{460DB07E-EEAB-47D6-B527-C2CA0BC57505}" srcOrd="7" destOrd="0" presId="urn:microsoft.com/office/officeart/2005/8/layout/process5"/>
    <dgm:cxn modelId="{6B3301D8-7C04-4486-8829-EA3DCABC321B}" type="presParOf" srcId="{460DB07E-EEAB-47D6-B527-C2CA0BC57505}" destId="{7B866E5C-89E2-44E7-9A4F-D37D9C39007F}" srcOrd="0" destOrd="0" presId="urn:microsoft.com/office/officeart/2005/8/layout/process5"/>
    <dgm:cxn modelId="{6C1B62E6-FC08-485F-9F6C-58FDA0887525}" type="presParOf" srcId="{57999B08-159F-4AB3-9046-B1399E7D7A86}" destId="{5A55AC0B-7479-47D3-B921-D69327E9BB70}" srcOrd="8" destOrd="0" presId="urn:microsoft.com/office/officeart/2005/8/layout/process5"/>
    <dgm:cxn modelId="{C60BA038-C6FA-48B7-A945-8646AB29E80B}" type="presParOf" srcId="{57999B08-159F-4AB3-9046-B1399E7D7A86}" destId="{07FFCFCF-3C4E-4C51-ABCB-AE4FF9E0573F}" srcOrd="9" destOrd="0" presId="urn:microsoft.com/office/officeart/2005/8/layout/process5"/>
    <dgm:cxn modelId="{C3FF55DC-4691-412B-B100-078A69BC72D0}" type="presParOf" srcId="{07FFCFCF-3C4E-4C51-ABCB-AE4FF9E0573F}" destId="{7DA0F631-7F1C-49FE-A903-94C374D60A99}" srcOrd="0" destOrd="0" presId="urn:microsoft.com/office/officeart/2005/8/layout/process5"/>
    <dgm:cxn modelId="{D59E9E5B-975A-4779-AC06-067DD0463F4E}" type="presParOf" srcId="{57999B08-159F-4AB3-9046-B1399E7D7A86}" destId="{561BB1C9-DB19-4D30-BDFC-7687711A8D75}" srcOrd="10" destOrd="0" presId="urn:microsoft.com/office/officeart/2005/8/layout/process5"/>
    <dgm:cxn modelId="{675969CD-851E-4A50-BBAB-39E827699A74}" type="presParOf" srcId="{57999B08-159F-4AB3-9046-B1399E7D7A86}" destId="{A6E686A7-0D2D-46C3-80D5-462E4739CBD8}" srcOrd="11" destOrd="0" presId="urn:microsoft.com/office/officeart/2005/8/layout/process5"/>
    <dgm:cxn modelId="{57781468-1B34-459D-A872-320571FF0F3E}" type="presParOf" srcId="{A6E686A7-0D2D-46C3-80D5-462E4739CBD8}" destId="{22E77283-D7FB-47A9-BD8C-4858550D9D88}" srcOrd="0" destOrd="0" presId="urn:microsoft.com/office/officeart/2005/8/layout/process5"/>
    <dgm:cxn modelId="{73CF0CAC-E9A0-4D82-803E-684ABAFE80CD}" type="presParOf" srcId="{57999B08-159F-4AB3-9046-B1399E7D7A86}" destId="{B1B3A05F-F28C-4670-97DF-2EFECC9F0BE5}" srcOrd="12" destOrd="0" presId="urn:microsoft.com/office/officeart/2005/8/layout/process5"/>
    <dgm:cxn modelId="{1E399184-3C92-4EC0-9915-69D02974B788}" type="presParOf" srcId="{57999B08-159F-4AB3-9046-B1399E7D7A86}" destId="{C91B7293-0986-42F2-B113-C675CA67C87A}" srcOrd="13" destOrd="0" presId="urn:microsoft.com/office/officeart/2005/8/layout/process5"/>
    <dgm:cxn modelId="{2FD68F17-036A-471C-83BF-CB9FF811827D}" type="presParOf" srcId="{C91B7293-0986-42F2-B113-C675CA67C87A}" destId="{C5E1D027-F2DB-47C1-BE76-6F52360F7E1F}" srcOrd="0" destOrd="0" presId="urn:microsoft.com/office/officeart/2005/8/layout/process5"/>
    <dgm:cxn modelId="{85C8AE5E-1F8B-409E-894F-0FB41DEBDE1B}" type="presParOf" srcId="{57999B08-159F-4AB3-9046-B1399E7D7A86}" destId="{D84BBBD4-F05F-45FE-81B8-9072DD8574F2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21A938-A0C3-45ED-9821-70F7A513C4B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DCF71C-A912-4E00-AE85-4BF5222989B8}">
      <dgm:prSet phldrT="[Text]"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Multi-Signal Intelligence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AEB8FF-9FA1-4A23-B2F7-CCCC54587435}" type="parTrans" cxnId="{4B2C54B8-DACF-48FB-B1E4-F12A08B8C7A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F6874D-00E8-4EEB-B3B3-18FCAC21C0FD}" type="sibTrans" cxnId="{4B2C54B8-DACF-48FB-B1E4-F12A08B8C7A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7815BB-E3C4-4D8B-8B1F-932425BF523F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Most tools only look at job ads. ASIE looks at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Patents, Research, Startup Funding, and Policy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too. This allows us to see "hidden" trends before they become common knowledge.</a:t>
          </a:r>
        </a:p>
      </dgm:t>
    </dgm:pt>
    <dgm:pt modelId="{19B06508-AA9C-443E-9B9A-BA77A192AB4F}" type="parTrans" cxnId="{2BF3C3F4-ADFD-45E0-A291-BD3D4C43CEF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CD4410-10E3-4D71-861D-C1B8A07F97C7}" type="sibTrans" cxnId="{2BF3C3F4-ADFD-45E0-A291-BD3D4C43CEF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E49DE0-26AE-4502-BA0B-6DB5411148E6}">
      <dgm:prSet phldrT="[Text]"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Predicting the Future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C8EF4E-12C7-428E-802A-F5476F8C30DF}" type="parTrans" cxnId="{B6D87C73-1424-4258-9CF1-77219348C89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259543-8C70-4AE0-8CAB-58875C5B27D4}" type="sibTrans" cxnId="{B6D87C73-1424-4258-9CF1-77219348C89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0C81A2-0BB4-40E0-9E40-A1F97C2D2695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Existing platforms (like LinkedIn) are like a mirror—they show you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today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 ASIE is like a telescope—it shows you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3 to 5 years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into the future so you can start learning early.</a:t>
          </a:r>
        </a:p>
      </dgm:t>
    </dgm:pt>
    <dgm:pt modelId="{6B968CAD-D2DF-498F-9871-8B0B03F99B86}" type="parTrans" cxnId="{D9ECECCD-088C-4010-878C-CA6442C90A7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023248-ED05-446B-9138-6E3A6E681F38}" type="sibTrans" cxnId="{D9ECECCD-088C-4010-878C-CA6442C90A7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B3BF9E-2F65-4FF4-8338-77058C914CCF}">
      <dgm:prSet phldrT="[Text]"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Smart Skill Connections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2982FE-1A19-48D2-BD6A-CF0F915969DD}" type="parTrans" cxnId="{5C5CAADC-1744-4EB0-A906-15D185CA8DB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930AAF-6A79-4F39-8BEF-FF623DE3ADCA}" type="sibTrans" cxnId="{5C5CAADC-1744-4EB0-A906-15D185CA8DB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11EFD96-F09D-4DFD-A7BF-167D0DF06A9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We don't treat skills like a simple list. Our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Knowledge Graph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understands that skills are connected. If a new technology grows, ASIE knows exactly which "buddy skills" you need to learn with it.</a:t>
          </a:r>
        </a:p>
      </dgm:t>
    </dgm:pt>
    <dgm:pt modelId="{26DB2641-297C-4689-A56A-4E3997B268BE}" type="parTrans" cxnId="{9FE7C2A5-F6CE-40B1-A96E-698BBA28B22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5A7418-7579-4455-ACCD-8BCB2D5482A9}" type="sibTrans" cxnId="{9FE7C2A5-F6CE-40B1-A96E-698BBA28B22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4279AC-37FB-4176-8C05-AAC86F452DF2}" type="pres">
      <dgm:prSet presAssocID="{5121A938-A0C3-45ED-9821-70F7A513C4B9}" presName="Name0" presStyleCnt="0">
        <dgm:presLayoutVars>
          <dgm:dir/>
          <dgm:animLvl val="lvl"/>
          <dgm:resizeHandles val="exact"/>
        </dgm:presLayoutVars>
      </dgm:prSet>
      <dgm:spPr/>
    </dgm:pt>
    <dgm:pt modelId="{F8E36B76-7A14-410D-98B9-F1AE70D6D256}" type="pres">
      <dgm:prSet presAssocID="{B8DCF71C-A912-4E00-AE85-4BF5222989B8}" presName="linNode" presStyleCnt="0"/>
      <dgm:spPr/>
    </dgm:pt>
    <dgm:pt modelId="{4F5596E4-7403-4B4F-94E8-6A4B219B3FA4}" type="pres">
      <dgm:prSet presAssocID="{B8DCF71C-A912-4E00-AE85-4BF5222989B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D3A8EF1-F5AC-489F-84F9-45962410CF2D}" type="pres">
      <dgm:prSet presAssocID="{B8DCF71C-A912-4E00-AE85-4BF5222989B8}" presName="descendantText" presStyleLbl="alignAccFollowNode1" presStyleIdx="0" presStyleCnt="3">
        <dgm:presLayoutVars>
          <dgm:bulletEnabled val="1"/>
        </dgm:presLayoutVars>
      </dgm:prSet>
      <dgm:spPr/>
    </dgm:pt>
    <dgm:pt modelId="{53A10E56-5F96-4FE9-B840-5CA64AB5B063}" type="pres">
      <dgm:prSet presAssocID="{8EF6874D-00E8-4EEB-B3B3-18FCAC21C0FD}" presName="sp" presStyleCnt="0"/>
      <dgm:spPr/>
    </dgm:pt>
    <dgm:pt modelId="{41835988-DC76-434A-97DE-BBC0D142975F}" type="pres">
      <dgm:prSet presAssocID="{ADE49DE0-26AE-4502-BA0B-6DB5411148E6}" presName="linNode" presStyleCnt="0"/>
      <dgm:spPr/>
    </dgm:pt>
    <dgm:pt modelId="{26DE3AD7-AADE-4EFD-8778-419842C07035}" type="pres">
      <dgm:prSet presAssocID="{ADE49DE0-26AE-4502-BA0B-6DB5411148E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52D8A55-6FA4-4B93-9433-C00F77A9410B}" type="pres">
      <dgm:prSet presAssocID="{ADE49DE0-26AE-4502-BA0B-6DB5411148E6}" presName="descendantText" presStyleLbl="alignAccFollowNode1" presStyleIdx="1" presStyleCnt="3">
        <dgm:presLayoutVars>
          <dgm:bulletEnabled val="1"/>
        </dgm:presLayoutVars>
      </dgm:prSet>
      <dgm:spPr/>
    </dgm:pt>
    <dgm:pt modelId="{E25EE67A-465E-443D-93A7-196D67690596}" type="pres">
      <dgm:prSet presAssocID="{15259543-8C70-4AE0-8CAB-58875C5B27D4}" presName="sp" presStyleCnt="0"/>
      <dgm:spPr/>
    </dgm:pt>
    <dgm:pt modelId="{9E56B84C-3BAC-494D-A016-2FC53BBDDBB5}" type="pres">
      <dgm:prSet presAssocID="{7FB3BF9E-2F65-4FF4-8338-77058C914CCF}" presName="linNode" presStyleCnt="0"/>
      <dgm:spPr/>
    </dgm:pt>
    <dgm:pt modelId="{6CC79049-EC12-41C5-B110-397473F643CC}" type="pres">
      <dgm:prSet presAssocID="{7FB3BF9E-2F65-4FF4-8338-77058C914CC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4E10A683-7457-4F06-A58E-D7EEC1D461F6}" type="pres">
      <dgm:prSet presAssocID="{7FB3BF9E-2F65-4FF4-8338-77058C914CC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F31EE602-B469-4A6F-B5B8-28AEFEBB9B7E}" type="presOf" srcId="{977815BB-E3C4-4D8B-8B1F-932425BF523F}" destId="{3D3A8EF1-F5AC-489F-84F9-45962410CF2D}" srcOrd="0" destOrd="0" presId="urn:microsoft.com/office/officeart/2005/8/layout/vList5"/>
    <dgm:cxn modelId="{A4C1012D-9FCD-488C-B6D0-9803ADEDE08D}" type="presOf" srcId="{B8DCF71C-A912-4E00-AE85-4BF5222989B8}" destId="{4F5596E4-7403-4B4F-94E8-6A4B219B3FA4}" srcOrd="0" destOrd="0" presId="urn:microsoft.com/office/officeart/2005/8/layout/vList5"/>
    <dgm:cxn modelId="{1493A044-E95D-4C17-96B8-F0B39007A1DF}" type="presOf" srcId="{7FB3BF9E-2F65-4FF4-8338-77058C914CCF}" destId="{6CC79049-EC12-41C5-B110-397473F643CC}" srcOrd="0" destOrd="0" presId="urn:microsoft.com/office/officeart/2005/8/layout/vList5"/>
    <dgm:cxn modelId="{B6D87C73-1424-4258-9CF1-77219348C89A}" srcId="{5121A938-A0C3-45ED-9821-70F7A513C4B9}" destId="{ADE49DE0-26AE-4502-BA0B-6DB5411148E6}" srcOrd="1" destOrd="0" parTransId="{D2C8EF4E-12C7-428E-802A-F5476F8C30DF}" sibTransId="{15259543-8C70-4AE0-8CAB-58875C5B27D4}"/>
    <dgm:cxn modelId="{07F6DB56-C177-48C9-A4B1-860DFE6BBCB5}" type="presOf" srcId="{8B0C81A2-0BB4-40E0-9E40-A1F97C2D2695}" destId="{F52D8A55-6FA4-4B93-9433-C00F77A9410B}" srcOrd="0" destOrd="0" presId="urn:microsoft.com/office/officeart/2005/8/layout/vList5"/>
    <dgm:cxn modelId="{9FE7C2A5-F6CE-40B1-A96E-698BBA28B223}" srcId="{7FB3BF9E-2F65-4FF4-8338-77058C914CCF}" destId="{C11EFD96-F09D-4DFD-A7BF-167D0DF06A90}" srcOrd="0" destOrd="0" parTransId="{26DB2641-297C-4689-A56A-4E3997B268BE}" sibTransId="{F35A7418-7579-4455-ACCD-8BCB2D5482A9}"/>
    <dgm:cxn modelId="{4B2C54B8-DACF-48FB-B1E4-F12A08B8C7A0}" srcId="{5121A938-A0C3-45ED-9821-70F7A513C4B9}" destId="{B8DCF71C-A912-4E00-AE85-4BF5222989B8}" srcOrd="0" destOrd="0" parTransId="{4BAEB8FF-9FA1-4A23-B2F7-CCCC54587435}" sibTransId="{8EF6874D-00E8-4EEB-B3B3-18FCAC21C0FD}"/>
    <dgm:cxn modelId="{6D9A62BF-1841-4961-AC88-75521B690E8C}" type="presOf" srcId="{5121A938-A0C3-45ED-9821-70F7A513C4B9}" destId="{024279AC-37FB-4176-8C05-AAC86F452DF2}" srcOrd="0" destOrd="0" presId="urn:microsoft.com/office/officeart/2005/8/layout/vList5"/>
    <dgm:cxn modelId="{D9ECECCD-088C-4010-878C-CA6442C90A7A}" srcId="{ADE49DE0-26AE-4502-BA0B-6DB5411148E6}" destId="{8B0C81A2-0BB4-40E0-9E40-A1F97C2D2695}" srcOrd="0" destOrd="0" parTransId="{6B968CAD-D2DF-498F-9871-8B0B03F99B86}" sibTransId="{19023248-ED05-446B-9138-6E3A6E681F38}"/>
    <dgm:cxn modelId="{5C5CAADC-1744-4EB0-A906-15D185CA8DB4}" srcId="{5121A938-A0C3-45ED-9821-70F7A513C4B9}" destId="{7FB3BF9E-2F65-4FF4-8338-77058C914CCF}" srcOrd="2" destOrd="0" parTransId="{7A2982FE-1A19-48D2-BD6A-CF0F915969DD}" sibTransId="{23930AAF-6A79-4F39-8BEF-FF623DE3ADCA}"/>
    <dgm:cxn modelId="{2BF3C3F4-ADFD-45E0-A291-BD3D4C43CEFB}" srcId="{B8DCF71C-A912-4E00-AE85-4BF5222989B8}" destId="{977815BB-E3C4-4D8B-8B1F-932425BF523F}" srcOrd="0" destOrd="0" parTransId="{19B06508-AA9C-443E-9B9A-BA77A192AB4F}" sibTransId="{A5CD4410-10E3-4D71-861D-C1B8A07F97C7}"/>
    <dgm:cxn modelId="{5B5724F5-CB3B-4C45-A999-49F844388F5B}" type="presOf" srcId="{C11EFD96-F09D-4DFD-A7BF-167D0DF06A90}" destId="{4E10A683-7457-4F06-A58E-D7EEC1D461F6}" srcOrd="0" destOrd="0" presId="urn:microsoft.com/office/officeart/2005/8/layout/vList5"/>
    <dgm:cxn modelId="{EEBD38F8-0376-4E78-B70A-EDC0D59F90AE}" type="presOf" srcId="{ADE49DE0-26AE-4502-BA0B-6DB5411148E6}" destId="{26DE3AD7-AADE-4EFD-8778-419842C07035}" srcOrd="0" destOrd="0" presId="urn:microsoft.com/office/officeart/2005/8/layout/vList5"/>
    <dgm:cxn modelId="{A1399007-128D-4A32-9065-421088254337}" type="presParOf" srcId="{024279AC-37FB-4176-8C05-AAC86F452DF2}" destId="{F8E36B76-7A14-410D-98B9-F1AE70D6D256}" srcOrd="0" destOrd="0" presId="urn:microsoft.com/office/officeart/2005/8/layout/vList5"/>
    <dgm:cxn modelId="{D2DF4E8B-A38D-439A-B1CB-D752AA1A24FA}" type="presParOf" srcId="{F8E36B76-7A14-410D-98B9-F1AE70D6D256}" destId="{4F5596E4-7403-4B4F-94E8-6A4B219B3FA4}" srcOrd="0" destOrd="0" presId="urn:microsoft.com/office/officeart/2005/8/layout/vList5"/>
    <dgm:cxn modelId="{9812EFFD-3FC8-4BF9-BF82-029F825134BF}" type="presParOf" srcId="{F8E36B76-7A14-410D-98B9-F1AE70D6D256}" destId="{3D3A8EF1-F5AC-489F-84F9-45962410CF2D}" srcOrd="1" destOrd="0" presId="urn:microsoft.com/office/officeart/2005/8/layout/vList5"/>
    <dgm:cxn modelId="{51019857-3F28-4630-9F4A-65D9D557097C}" type="presParOf" srcId="{024279AC-37FB-4176-8C05-AAC86F452DF2}" destId="{53A10E56-5F96-4FE9-B840-5CA64AB5B063}" srcOrd="1" destOrd="0" presId="urn:microsoft.com/office/officeart/2005/8/layout/vList5"/>
    <dgm:cxn modelId="{43AA1B1B-230E-4250-BBED-A9D786C026BC}" type="presParOf" srcId="{024279AC-37FB-4176-8C05-AAC86F452DF2}" destId="{41835988-DC76-434A-97DE-BBC0D142975F}" srcOrd="2" destOrd="0" presId="urn:microsoft.com/office/officeart/2005/8/layout/vList5"/>
    <dgm:cxn modelId="{E5004673-2164-4C7D-AB63-7847EFF3D2CA}" type="presParOf" srcId="{41835988-DC76-434A-97DE-BBC0D142975F}" destId="{26DE3AD7-AADE-4EFD-8778-419842C07035}" srcOrd="0" destOrd="0" presId="urn:microsoft.com/office/officeart/2005/8/layout/vList5"/>
    <dgm:cxn modelId="{EC99DD35-BD3E-4BFF-86FB-B53A01CD5229}" type="presParOf" srcId="{41835988-DC76-434A-97DE-BBC0D142975F}" destId="{F52D8A55-6FA4-4B93-9433-C00F77A9410B}" srcOrd="1" destOrd="0" presId="urn:microsoft.com/office/officeart/2005/8/layout/vList5"/>
    <dgm:cxn modelId="{7DC9908B-A031-4607-A9C4-36637CC3EE95}" type="presParOf" srcId="{024279AC-37FB-4176-8C05-AAC86F452DF2}" destId="{E25EE67A-465E-443D-93A7-196D67690596}" srcOrd="3" destOrd="0" presId="urn:microsoft.com/office/officeart/2005/8/layout/vList5"/>
    <dgm:cxn modelId="{53BD8CC2-837B-4A24-9427-9180DD30E098}" type="presParOf" srcId="{024279AC-37FB-4176-8C05-AAC86F452DF2}" destId="{9E56B84C-3BAC-494D-A016-2FC53BBDDBB5}" srcOrd="4" destOrd="0" presId="urn:microsoft.com/office/officeart/2005/8/layout/vList5"/>
    <dgm:cxn modelId="{EE729C23-41B2-4600-9B29-4F9CB0CBA813}" type="presParOf" srcId="{9E56B84C-3BAC-494D-A016-2FC53BBDDBB5}" destId="{6CC79049-EC12-41C5-B110-397473F643CC}" srcOrd="0" destOrd="0" presId="urn:microsoft.com/office/officeart/2005/8/layout/vList5"/>
    <dgm:cxn modelId="{989763E8-4D8E-436F-900E-F5A4BD1C89DC}" type="presParOf" srcId="{9E56B84C-3BAC-494D-A016-2FC53BBDDBB5}" destId="{4E10A683-7457-4F06-A58E-D7EEC1D461F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21A938-A0C3-45ED-9821-70F7A513C4B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DCF71C-A912-4E00-AE85-4BF5222989B8}">
      <dgm:prSet phldrT="[Text]"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Transparent Advice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AEB8FF-9FA1-4A23-B2F7-CCCC54587435}" type="parTrans" cxnId="{4B2C54B8-DACF-48FB-B1E4-F12A08B8C7A0}">
      <dgm:prSet/>
      <dgm:spPr/>
      <dgm:t>
        <a:bodyPr/>
        <a:lstStyle/>
        <a:p>
          <a:endParaRPr lang="en-US"/>
        </a:p>
      </dgm:t>
    </dgm:pt>
    <dgm:pt modelId="{8EF6874D-00E8-4EEB-B3B3-18FCAC21C0FD}" type="sibTrans" cxnId="{4B2C54B8-DACF-48FB-B1E4-F12A08B8C7A0}">
      <dgm:prSet/>
      <dgm:spPr/>
      <dgm:t>
        <a:bodyPr/>
        <a:lstStyle/>
        <a:p>
          <a:endParaRPr lang="en-US"/>
        </a:p>
      </dgm:t>
    </dgm:pt>
    <dgm:pt modelId="{977815BB-E3C4-4D8B-8B1F-932425BF523F}">
      <dgm:prSet phldrT="[Text]"/>
      <dgm:spPr/>
      <dgm:t>
        <a:bodyPr/>
        <a:lstStyle/>
        <a:p>
          <a:r>
            <a:rPr lang="en-US" dirty="0"/>
            <a:t>We don't just give you a number; we give you a </a:t>
          </a:r>
          <a:r>
            <a:rPr lang="en-US" b="1" dirty="0"/>
            <a:t>reason</a:t>
          </a:r>
          <a:r>
            <a:rPr lang="en-US" dirty="0"/>
            <a:t>. We show you the logic (e.g., "Research is up 30%") so you know our AI isn't just guessing.</a:t>
          </a:r>
        </a:p>
      </dgm:t>
    </dgm:pt>
    <dgm:pt modelId="{19B06508-AA9C-443E-9B9A-BA77A192AB4F}" type="parTrans" cxnId="{2BF3C3F4-ADFD-45E0-A291-BD3D4C43CEFB}">
      <dgm:prSet/>
      <dgm:spPr/>
      <dgm:t>
        <a:bodyPr/>
        <a:lstStyle/>
        <a:p>
          <a:endParaRPr lang="en-US"/>
        </a:p>
      </dgm:t>
    </dgm:pt>
    <dgm:pt modelId="{A5CD4410-10E3-4D71-861D-C1B8A07F97C7}" type="sibTrans" cxnId="{2BF3C3F4-ADFD-45E0-A291-BD3D4C43CEFB}">
      <dgm:prSet/>
      <dgm:spPr/>
      <dgm:t>
        <a:bodyPr/>
        <a:lstStyle/>
        <a:p>
          <a:endParaRPr lang="en-US"/>
        </a:p>
      </dgm:t>
    </dgm:pt>
    <dgm:pt modelId="{ADE49DE0-26AE-4502-BA0B-6DB5411148E6}">
      <dgm:prSet phldrT="[Text]"/>
      <dgm:spPr/>
      <dgm:t>
        <a:bodyPr/>
        <a:lstStyle/>
        <a:p>
          <a:r>
            <a:rPr lang="en-IN" b="1" dirty="0"/>
            <a:t>Privacy-First</a:t>
          </a:r>
          <a:endParaRPr lang="en-US" dirty="0"/>
        </a:p>
      </dgm:t>
    </dgm:pt>
    <dgm:pt modelId="{D2C8EF4E-12C7-428E-802A-F5476F8C30DF}" type="parTrans" cxnId="{B6D87C73-1424-4258-9CF1-77219348C89A}">
      <dgm:prSet/>
      <dgm:spPr/>
      <dgm:t>
        <a:bodyPr/>
        <a:lstStyle/>
        <a:p>
          <a:endParaRPr lang="en-US"/>
        </a:p>
      </dgm:t>
    </dgm:pt>
    <dgm:pt modelId="{15259543-8C70-4AE0-8CAB-58875C5B27D4}" type="sibTrans" cxnId="{B6D87C73-1424-4258-9CF1-77219348C89A}">
      <dgm:prSet/>
      <dgm:spPr/>
      <dgm:t>
        <a:bodyPr/>
        <a:lstStyle/>
        <a:p>
          <a:endParaRPr lang="en-US"/>
        </a:p>
      </dgm:t>
    </dgm:pt>
    <dgm:pt modelId="{8B0C81A2-0BB4-40E0-9E40-A1F97C2D2695}">
      <dgm:prSet phldrT="[Text]"/>
      <dgm:spPr/>
      <dgm:t>
        <a:bodyPr/>
        <a:lstStyle/>
        <a:p>
          <a:r>
            <a:rPr lang="en-US" dirty="0"/>
            <a:t>We prioritize user safety. When you check your resume, our system analyzes the text and then </a:t>
          </a:r>
          <a:r>
            <a:rPr lang="en-US" b="1" dirty="0"/>
            <a:t>instantly deletes it</a:t>
          </a:r>
          <a:r>
            <a:rPr lang="en-US" dirty="0"/>
            <a:t>. We don't keep your personal data on our servers.</a:t>
          </a:r>
        </a:p>
      </dgm:t>
    </dgm:pt>
    <dgm:pt modelId="{6B968CAD-D2DF-498F-9871-8B0B03F99B86}" type="parTrans" cxnId="{D9ECECCD-088C-4010-878C-CA6442C90A7A}">
      <dgm:prSet/>
      <dgm:spPr/>
      <dgm:t>
        <a:bodyPr/>
        <a:lstStyle/>
        <a:p>
          <a:endParaRPr lang="en-US"/>
        </a:p>
      </dgm:t>
    </dgm:pt>
    <dgm:pt modelId="{19023248-ED05-446B-9138-6E3A6E681F38}" type="sibTrans" cxnId="{D9ECECCD-088C-4010-878C-CA6442C90A7A}">
      <dgm:prSet/>
      <dgm:spPr/>
      <dgm:t>
        <a:bodyPr/>
        <a:lstStyle/>
        <a:p>
          <a:endParaRPr lang="en-US"/>
        </a:p>
      </dgm:t>
    </dgm:pt>
    <dgm:pt modelId="{7FB3BF9E-2F65-4FF4-8338-77058C914CCF}">
      <dgm:prSet phldrT="[Text]"/>
      <dgm:spPr/>
      <dgm:t>
        <a:bodyPr/>
        <a:lstStyle/>
        <a:p>
          <a:r>
            <a:rPr lang="en-IN" b="1" dirty="0"/>
            <a:t>Focus on India</a:t>
          </a:r>
          <a:endParaRPr lang="en-US" dirty="0"/>
        </a:p>
      </dgm:t>
    </dgm:pt>
    <dgm:pt modelId="{7A2982FE-1A19-48D2-BD6A-CF0F915969DD}" type="parTrans" cxnId="{5C5CAADC-1744-4EB0-A906-15D185CA8DB4}">
      <dgm:prSet/>
      <dgm:spPr/>
      <dgm:t>
        <a:bodyPr/>
        <a:lstStyle/>
        <a:p>
          <a:endParaRPr lang="en-US"/>
        </a:p>
      </dgm:t>
    </dgm:pt>
    <dgm:pt modelId="{23930AAF-6A79-4F39-8BEF-FF623DE3ADCA}" type="sibTrans" cxnId="{5C5CAADC-1744-4EB0-A906-15D185CA8DB4}">
      <dgm:prSet/>
      <dgm:spPr/>
      <dgm:t>
        <a:bodyPr/>
        <a:lstStyle/>
        <a:p>
          <a:endParaRPr lang="en-US"/>
        </a:p>
      </dgm:t>
    </dgm:pt>
    <dgm:pt modelId="{C11EFD96-F09D-4DFD-A7BF-167D0DF06A90}">
      <dgm:prSet phldrT="[Text]"/>
      <dgm:spPr/>
      <dgm:t>
        <a:bodyPr/>
        <a:lstStyle/>
        <a:p>
          <a:r>
            <a:rPr lang="en-US" dirty="0"/>
            <a:t>Global tools often ignore the Indian context. ASIE is designed to help </a:t>
          </a:r>
          <a:r>
            <a:rPr lang="en-US" b="1" dirty="0"/>
            <a:t>Indian students and workers</a:t>
          </a:r>
          <a:r>
            <a:rPr lang="en-US" dirty="0"/>
            <a:t> align their local college degrees with what the global industry actually wants.</a:t>
          </a:r>
        </a:p>
      </dgm:t>
    </dgm:pt>
    <dgm:pt modelId="{26DB2641-297C-4689-A56A-4E3997B268BE}" type="parTrans" cxnId="{9FE7C2A5-F6CE-40B1-A96E-698BBA28B223}">
      <dgm:prSet/>
      <dgm:spPr/>
      <dgm:t>
        <a:bodyPr/>
        <a:lstStyle/>
        <a:p>
          <a:endParaRPr lang="en-US"/>
        </a:p>
      </dgm:t>
    </dgm:pt>
    <dgm:pt modelId="{F35A7418-7579-4455-ACCD-8BCB2D5482A9}" type="sibTrans" cxnId="{9FE7C2A5-F6CE-40B1-A96E-698BBA28B223}">
      <dgm:prSet/>
      <dgm:spPr/>
      <dgm:t>
        <a:bodyPr/>
        <a:lstStyle/>
        <a:p>
          <a:endParaRPr lang="en-US"/>
        </a:p>
      </dgm:t>
    </dgm:pt>
    <dgm:pt modelId="{024279AC-37FB-4176-8C05-AAC86F452DF2}" type="pres">
      <dgm:prSet presAssocID="{5121A938-A0C3-45ED-9821-70F7A513C4B9}" presName="Name0" presStyleCnt="0">
        <dgm:presLayoutVars>
          <dgm:dir/>
          <dgm:animLvl val="lvl"/>
          <dgm:resizeHandles val="exact"/>
        </dgm:presLayoutVars>
      </dgm:prSet>
      <dgm:spPr/>
    </dgm:pt>
    <dgm:pt modelId="{F8E36B76-7A14-410D-98B9-F1AE70D6D256}" type="pres">
      <dgm:prSet presAssocID="{B8DCF71C-A912-4E00-AE85-4BF5222989B8}" presName="linNode" presStyleCnt="0"/>
      <dgm:spPr/>
    </dgm:pt>
    <dgm:pt modelId="{4F5596E4-7403-4B4F-94E8-6A4B219B3FA4}" type="pres">
      <dgm:prSet presAssocID="{B8DCF71C-A912-4E00-AE85-4BF5222989B8}" presName="parentText" presStyleLbl="node1" presStyleIdx="0" presStyleCnt="3" custLinFactY="-100000" custLinFactNeighborX="-56250" custLinFactNeighborY="-121704">
        <dgm:presLayoutVars>
          <dgm:chMax val="1"/>
          <dgm:bulletEnabled val="1"/>
        </dgm:presLayoutVars>
      </dgm:prSet>
      <dgm:spPr/>
    </dgm:pt>
    <dgm:pt modelId="{3D3A8EF1-F5AC-489F-84F9-45962410CF2D}" type="pres">
      <dgm:prSet presAssocID="{B8DCF71C-A912-4E00-AE85-4BF5222989B8}" presName="descendantText" presStyleLbl="alignAccFollowNode1" presStyleIdx="0" presStyleCnt="3">
        <dgm:presLayoutVars>
          <dgm:bulletEnabled val="1"/>
        </dgm:presLayoutVars>
      </dgm:prSet>
      <dgm:spPr/>
    </dgm:pt>
    <dgm:pt modelId="{53A10E56-5F96-4FE9-B840-5CA64AB5B063}" type="pres">
      <dgm:prSet presAssocID="{8EF6874D-00E8-4EEB-B3B3-18FCAC21C0FD}" presName="sp" presStyleCnt="0"/>
      <dgm:spPr/>
    </dgm:pt>
    <dgm:pt modelId="{41835988-DC76-434A-97DE-BBC0D142975F}" type="pres">
      <dgm:prSet presAssocID="{ADE49DE0-26AE-4502-BA0B-6DB5411148E6}" presName="linNode" presStyleCnt="0"/>
      <dgm:spPr/>
    </dgm:pt>
    <dgm:pt modelId="{26DE3AD7-AADE-4EFD-8778-419842C07035}" type="pres">
      <dgm:prSet presAssocID="{ADE49DE0-26AE-4502-BA0B-6DB5411148E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52D8A55-6FA4-4B93-9433-C00F77A9410B}" type="pres">
      <dgm:prSet presAssocID="{ADE49DE0-26AE-4502-BA0B-6DB5411148E6}" presName="descendantText" presStyleLbl="alignAccFollowNode1" presStyleIdx="1" presStyleCnt="3">
        <dgm:presLayoutVars>
          <dgm:bulletEnabled val="1"/>
        </dgm:presLayoutVars>
      </dgm:prSet>
      <dgm:spPr/>
    </dgm:pt>
    <dgm:pt modelId="{E25EE67A-465E-443D-93A7-196D67690596}" type="pres">
      <dgm:prSet presAssocID="{15259543-8C70-4AE0-8CAB-58875C5B27D4}" presName="sp" presStyleCnt="0"/>
      <dgm:spPr/>
    </dgm:pt>
    <dgm:pt modelId="{9E56B84C-3BAC-494D-A016-2FC53BBDDBB5}" type="pres">
      <dgm:prSet presAssocID="{7FB3BF9E-2F65-4FF4-8338-77058C914CCF}" presName="linNode" presStyleCnt="0"/>
      <dgm:spPr/>
    </dgm:pt>
    <dgm:pt modelId="{6CC79049-EC12-41C5-B110-397473F643CC}" type="pres">
      <dgm:prSet presAssocID="{7FB3BF9E-2F65-4FF4-8338-77058C914CC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4E10A683-7457-4F06-A58E-D7EEC1D461F6}" type="pres">
      <dgm:prSet presAssocID="{7FB3BF9E-2F65-4FF4-8338-77058C914CC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F31EE602-B469-4A6F-B5B8-28AEFEBB9B7E}" type="presOf" srcId="{977815BB-E3C4-4D8B-8B1F-932425BF523F}" destId="{3D3A8EF1-F5AC-489F-84F9-45962410CF2D}" srcOrd="0" destOrd="0" presId="urn:microsoft.com/office/officeart/2005/8/layout/vList5"/>
    <dgm:cxn modelId="{A4C1012D-9FCD-488C-B6D0-9803ADEDE08D}" type="presOf" srcId="{B8DCF71C-A912-4E00-AE85-4BF5222989B8}" destId="{4F5596E4-7403-4B4F-94E8-6A4B219B3FA4}" srcOrd="0" destOrd="0" presId="urn:microsoft.com/office/officeart/2005/8/layout/vList5"/>
    <dgm:cxn modelId="{1493A044-E95D-4C17-96B8-F0B39007A1DF}" type="presOf" srcId="{7FB3BF9E-2F65-4FF4-8338-77058C914CCF}" destId="{6CC79049-EC12-41C5-B110-397473F643CC}" srcOrd="0" destOrd="0" presId="urn:microsoft.com/office/officeart/2005/8/layout/vList5"/>
    <dgm:cxn modelId="{B6D87C73-1424-4258-9CF1-77219348C89A}" srcId="{5121A938-A0C3-45ED-9821-70F7A513C4B9}" destId="{ADE49DE0-26AE-4502-BA0B-6DB5411148E6}" srcOrd="1" destOrd="0" parTransId="{D2C8EF4E-12C7-428E-802A-F5476F8C30DF}" sibTransId="{15259543-8C70-4AE0-8CAB-58875C5B27D4}"/>
    <dgm:cxn modelId="{07F6DB56-C177-48C9-A4B1-860DFE6BBCB5}" type="presOf" srcId="{8B0C81A2-0BB4-40E0-9E40-A1F97C2D2695}" destId="{F52D8A55-6FA4-4B93-9433-C00F77A9410B}" srcOrd="0" destOrd="0" presId="urn:microsoft.com/office/officeart/2005/8/layout/vList5"/>
    <dgm:cxn modelId="{9FE7C2A5-F6CE-40B1-A96E-698BBA28B223}" srcId="{7FB3BF9E-2F65-4FF4-8338-77058C914CCF}" destId="{C11EFD96-F09D-4DFD-A7BF-167D0DF06A90}" srcOrd="0" destOrd="0" parTransId="{26DB2641-297C-4689-A56A-4E3997B268BE}" sibTransId="{F35A7418-7579-4455-ACCD-8BCB2D5482A9}"/>
    <dgm:cxn modelId="{4B2C54B8-DACF-48FB-B1E4-F12A08B8C7A0}" srcId="{5121A938-A0C3-45ED-9821-70F7A513C4B9}" destId="{B8DCF71C-A912-4E00-AE85-4BF5222989B8}" srcOrd="0" destOrd="0" parTransId="{4BAEB8FF-9FA1-4A23-B2F7-CCCC54587435}" sibTransId="{8EF6874D-00E8-4EEB-B3B3-18FCAC21C0FD}"/>
    <dgm:cxn modelId="{6D9A62BF-1841-4961-AC88-75521B690E8C}" type="presOf" srcId="{5121A938-A0C3-45ED-9821-70F7A513C4B9}" destId="{024279AC-37FB-4176-8C05-AAC86F452DF2}" srcOrd="0" destOrd="0" presId="urn:microsoft.com/office/officeart/2005/8/layout/vList5"/>
    <dgm:cxn modelId="{D9ECECCD-088C-4010-878C-CA6442C90A7A}" srcId="{ADE49DE0-26AE-4502-BA0B-6DB5411148E6}" destId="{8B0C81A2-0BB4-40E0-9E40-A1F97C2D2695}" srcOrd="0" destOrd="0" parTransId="{6B968CAD-D2DF-498F-9871-8B0B03F99B86}" sibTransId="{19023248-ED05-446B-9138-6E3A6E681F38}"/>
    <dgm:cxn modelId="{5C5CAADC-1744-4EB0-A906-15D185CA8DB4}" srcId="{5121A938-A0C3-45ED-9821-70F7A513C4B9}" destId="{7FB3BF9E-2F65-4FF4-8338-77058C914CCF}" srcOrd="2" destOrd="0" parTransId="{7A2982FE-1A19-48D2-BD6A-CF0F915969DD}" sibTransId="{23930AAF-6A79-4F39-8BEF-FF623DE3ADCA}"/>
    <dgm:cxn modelId="{2BF3C3F4-ADFD-45E0-A291-BD3D4C43CEFB}" srcId="{B8DCF71C-A912-4E00-AE85-4BF5222989B8}" destId="{977815BB-E3C4-4D8B-8B1F-932425BF523F}" srcOrd="0" destOrd="0" parTransId="{19B06508-AA9C-443E-9B9A-BA77A192AB4F}" sibTransId="{A5CD4410-10E3-4D71-861D-C1B8A07F97C7}"/>
    <dgm:cxn modelId="{5B5724F5-CB3B-4C45-A999-49F844388F5B}" type="presOf" srcId="{C11EFD96-F09D-4DFD-A7BF-167D0DF06A90}" destId="{4E10A683-7457-4F06-A58E-D7EEC1D461F6}" srcOrd="0" destOrd="0" presId="urn:microsoft.com/office/officeart/2005/8/layout/vList5"/>
    <dgm:cxn modelId="{EEBD38F8-0376-4E78-B70A-EDC0D59F90AE}" type="presOf" srcId="{ADE49DE0-26AE-4502-BA0B-6DB5411148E6}" destId="{26DE3AD7-AADE-4EFD-8778-419842C07035}" srcOrd="0" destOrd="0" presId="urn:microsoft.com/office/officeart/2005/8/layout/vList5"/>
    <dgm:cxn modelId="{A1399007-128D-4A32-9065-421088254337}" type="presParOf" srcId="{024279AC-37FB-4176-8C05-AAC86F452DF2}" destId="{F8E36B76-7A14-410D-98B9-F1AE70D6D256}" srcOrd="0" destOrd="0" presId="urn:microsoft.com/office/officeart/2005/8/layout/vList5"/>
    <dgm:cxn modelId="{D2DF4E8B-A38D-439A-B1CB-D752AA1A24FA}" type="presParOf" srcId="{F8E36B76-7A14-410D-98B9-F1AE70D6D256}" destId="{4F5596E4-7403-4B4F-94E8-6A4B219B3FA4}" srcOrd="0" destOrd="0" presId="urn:microsoft.com/office/officeart/2005/8/layout/vList5"/>
    <dgm:cxn modelId="{9812EFFD-3FC8-4BF9-BF82-029F825134BF}" type="presParOf" srcId="{F8E36B76-7A14-410D-98B9-F1AE70D6D256}" destId="{3D3A8EF1-F5AC-489F-84F9-45962410CF2D}" srcOrd="1" destOrd="0" presId="urn:microsoft.com/office/officeart/2005/8/layout/vList5"/>
    <dgm:cxn modelId="{51019857-3F28-4630-9F4A-65D9D557097C}" type="presParOf" srcId="{024279AC-37FB-4176-8C05-AAC86F452DF2}" destId="{53A10E56-5F96-4FE9-B840-5CA64AB5B063}" srcOrd="1" destOrd="0" presId="urn:microsoft.com/office/officeart/2005/8/layout/vList5"/>
    <dgm:cxn modelId="{43AA1B1B-230E-4250-BBED-A9D786C026BC}" type="presParOf" srcId="{024279AC-37FB-4176-8C05-AAC86F452DF2}" destId="{41835988-DC76-434A-97DE-BBC0D142975F}" srcOrd="2" destOrd="0" presId="urn:microsoft.com/office/officeart/2005/8/layout/vList5"/>
    <dgm:cxn modelId="{E5004673-2164-4C7D-AB63-7847EFF3D2CA}" type="presParOf" srcId="{41835988-DC76-434A-97DE-BBC0D142975F}" destId="{26DE3AD7-AADE-4EFD-8778-419842C07035}" srcOrd="0" destOrd="0" presId="urn:microsoft.com/office/officeart/2005/8/layout/vList5"/>
    <dgm:cxn modelId="{EC99DD35-BD3E-4BFF-86FB-B53A01CD5229}" type="presParOf" srcId="{41835988-DC76-434A-97DE-BBC0D142975F}" destId="{F52D8A55-6FA4-4B93-9433-C00F77A9410B}" srcOrd="1" destOrd="0" presId="urn:microsoft.com/office/officeart/2005/8/layout/vList5"/>
    <dgm:cxn modelId="{7DC9908B-A031-4607-A9C4-36637CC3EE95}" type="presParOf" srcId="{024279AC-37FB-4176-8C05-AAC86F452DF2}" destId="{E25EE67A-465E-443D-93A7-196D67690596}" srcOrd="3" destOrd="0" presId="urn:microsoft.com/office/officeart/2005/8/layout/vList5"/>
    <dgm:cxn modelId="{53BD8CC2-837B-4A24-9427-9180DD30E098}" type="presParOf" srcId="{024279AC-37FB-4176-8C05-AAC86F452DF2}" destId="{9E56B84C-3BAC-494D-A016-2FC53BBDDBB5}" srcOrd="4" destOrd="0" presId="urn:microsoft.com/office/officeart/2005/8/layout/vList5"/>
    <dgm:cxn modelId="{EE729C23-41B2-4600-9B29-4F9CB0CBA813}" type="presParOf" srcId="{9E56B84C-3BAC-494D-A016-2FC53BBDDBB5}" destId="{6CC79049-EC12-41C5-B110-397473F643CC}" srcOrd="0" destOrd="0" presId="urn:microsoft.com/office/officeart/2005/8/layout/vList5"/>
    <dgm:cxn modelId="{989763E8-4D8E-436F-900E-F5A4BD1C89DC}" type="presParOf" srcId="{9E56B84C-3BAC-494D-A016-2FC53BBDDBB5}" destId="{4E10A683-7457-4F06-A58E-D7EEC1D461F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F554F7-18BA-4A05-AA80-3B3039355D5B}">
      <dsp:nvSpPr>
        <dsp:cNvPr id="0" name=""/>
        <dsp:cNvSpPr/>
      </dsp:nvSpPr>
      <dsp:spPr>
        <a:xfrm>
          <a:off x="14667" y="-92553"/>
          <a:ext cx="3918558" cy="7228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Job Market</a:t>
          </a:r>
        </a:p>
      </dsp:txBody>
      <dsp:txXfrm>
        <a:off x="14667" y="-92553"/>
        <a:ext cx="3918558" cy="722888"/>
      </dsp:txXfrm>
    </dsp:sp>
    <dsp:sp modelId="{BF063052-E4DD-48F6-996A-7E7C6084F3B9}">
      <dsp:nvSpPr>
        <dsp:cNvPr id="0" name=""/>
        <dsp:cNvSpPr/>
      </dsp:nvSpPr>
      <dsp:spPr>
        <a:xfrm>
          <a:off x="14667" y="630334"/>
          <a:ext cx="3918558" cy="10156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What employers need RIGHT NOW</a:t>
          </a:r>
        </a:p>
      </dsp:txBody>
      <dsp:txXfrm>
        <a:off x="14667" y="630334"/>
        <a:ext cx="3918558" cy="1015649"/>
      </dsp:txXfrm>
    </dsp:sp>
    <dsp:sp modelId="{405F2C12-2A86-4966-A31F-8FF6FD138580}">
      <dsp:nvSpPr>
        <dsp:cNvPr id="0" name=""/>
        <dsp:cNvSpPr/>
      </dsp:nvSpPr>
      <dsp:spPr>
        <a:xfrm>
          <a:off x="4481288" y="0"/>
          <a:ext cx="3914732" cy="7228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Patent Filings</a:t>
          </a:r>
        </a:p>
      </dsp:txBody>
      <dsp:txXfrm>
        <a:off x="4481288" y="0"/>
        <a:ext cx="3914732" cy="722888"/>
      </dsp:txXfrm>
    </dsp:sp>
    <dsp:sp modelId="{AD0CE7CD-64DB-4E2B-A841-E48194BFA0DC}">
      <dsp:nvSpPr>
        <dsp:cNvPr id="0" name=""/>
        <dsp:cNvSpPr/>
      </dsp:nvSpPr>
      <dsp:spPr>
        <a:xfrm>
          <a:off x="4481288" y="722888"/>
          <a:ext cx="3914732" cy="8305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What's being INVENTED </a:t>
          </a:r>
        </a:p>
      </dsp:txBody>
      <dsp:txXfrm>
        <a:off x="4481288" y="722888"/>
        <a:ext cx="3914732" cy="830542"/>
      </dsp:txXfrm>
    </dsp:sp>
    <dsp:sp modelId="{EAB38825-367A-4959-B39B-8D153497100E}">
      <dsp:nvSpPr>
        <dsp:cNvPr id="0" name=""/>
        <dsp:cNvSpPr/>
      </dsp:nvSpPr>
      <dsp:spPr>
        <a:xfrm>
          <a:off x="8944083" y="0"/>
          <a:ext cx="3914732" cy="7228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Research Papers</a:t>
          </a:r>
        </a:p>
      </dsp:txBody>
      <dsp:txXfrm>
        <a:off x="8944083" y="0"/>
        <a:ext cx="3914732" cy="722888"/>
      </dsp:txXfrm>
    </dsp:sp>
    <dsp:sp modelId="{F8536583-AD9E-41B6-AE1B-71C1ECE58F14}">
      <dsp:nvSpPr>
        <dsp:cNvPr id="0" name=""/>
        <dsp:cNvSpPr/>
      </dsp:nvSpPr>
      <dsp:spPr>
        <a:xfrm>
          <a:off x="8944083" y="722888"/>
          <a:ext cx="3914732" cy="8305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What's being DISCOVERED </a:t>
          </a:r>
        </a:p>
      </dsp:txBody>
      <dsp:txXfrm>
        <a:off x="8944083" y="722888"/>
        <a:ext cx="3914732" cy="830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F554F7-18BA-4A05-AA80-3B3039355D5B}">
      <dsp:nvSpPr>
        <dsp:cNvPr id="0" name=""/>
        <dsp:cNvSpPr/>
      </dsp:nvSpPr>
      <dsp:spPr>
        <a:xfrm>
          <a:off x="6656" y="-20333"/>
          <a:ext cx="4126393" cy="709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Startup Funding</a:t>
          </a:r>
        </a:p>
      </dsp:txBody>
      <dsp:txXfrm>
        <a:off x="6656" y="-20333"/>
        <a:ext cx="4126393" cy="709564"/>
      </dsp:txXfrm>
    </dsp:sp>
    <dsp:sp modelId="{BF063052-E4DD-48F6-996A-7E7C6084F3B9}">
      <dsp:nvSpPr>
        <dsp:cNvPr id="0" name=""/>
        <dsp:cNvSpPr/>
      </dsp:nvSpPr>
      <dsp:spPr>
        <a:xfrm>
          <a:off x="6656" y="689230"/>
          <a:ext cx="4126393" cy="10087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Where MONEY is flowing </a:t>
          </a:r>
        </a:p>
      </dsp:txBody>
      <dsp:txXfrm>
        <a:off x="6656" y="689230"/>
        <a:ext cx="4126393" cy="1008787"/>
      </dsp:txXfrm>
    </dsp:sp>
    <dsp:sp modelId="{405F2C12-2A86-4966-A31F-8FF6FD138580}">
      <dsp:nvSpPr>
        <dsp:cNvPr id="0" name=""/>
        <dsp:cNvSpPr/>
      </dsp:nvSpPr>
      <dsp:spPr>
        <a:xfrm>
          <a:off x="4710180" y="0"/>
          <a:ext cx="4122363" cy="709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Policy/Regulation</a:t>
          </a:r>
        </a:p>
      </dsp:txBody>
      <dsp:txXfrm>
        <a:off x="4710180" y="0"/>
        <a:ext cx="4122363" cy="709564"/>
      </dsp:txXfrm>
    </dsp:sp>
    <dsp:sp modelId="{AD0CE7CD-64DB-4E2B-A841-E48194BFA0DC}">
      <dsp:nvSpPr>
        <dsp:cNvPr id="0" name=""/>
        <dsp:cNvSpPr/>
      </dsp:nvSpPr>
      <dsp:spPr>
        <a:xfrm>
          <a:off x="4710180" y="709564"/>
          <a:ext cx="4122363" cy="968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What governments are PRIORITIZING </a:t>
          </a:r>
        </a:p>
      </dsp:txBody>
      <dsp:txXfrm>
        <a:off x="4710180" y="709564"/>
        <a:ext cx="4122363" cy="968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2F5B2-395B-42DE-94BD-6CF55C579E80}">
      <dsp:nvSpPr>
        <dsp:cNvPr id="0" name=""/>
        <dsp:cNvSpPr/>
      </dsp:nvSpPr>
      <dsp:spPr>
        <a:xfrm rot="5400000">
          <a:off x="-169185" y="333979"/>
          <a:ext cx="1127903" cy="789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Times New Roman" panose="02020603050405020304" pitchFamily="18" charset="0"/>
              <a:cs typeface="Times New Roman" panose="02020603050405020304" pitchFamily="18" charset="0"/>
            </a:rPr>
            <a:t>Ingest</a:t>
          </a:r>
        </a:p>
      </dsp:txBody>
      <dsp:txXfrm rot="-5400000">
        <a:off x="1" y="559559"/>
        <a:ext cx="789532" cy="338371"/>
      </dsp:txXfrm>
    </dsp:sp>
    <dsp:sp modelId="{EB00C526-8A22-43EC-995F-F2575B134080}">
      <dsp:nvSpPr>
        <dsp:cNvPr id="0" name=""/>
        <dsp:cNvSpPr/>
      </dsp:nvSpPr>
      <dsp:spPr>
        <a:xfrm rot="5400000">
          <a:off x="4445639" y="-3491313"/>
          <a:ext cx="733137" cy="80453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multi-source signals (jobs, patents, research, startups, policy)</a:t>
          </a:r>
        </a:p>
      </dsp:txBody>
      <dsp:txXfrm rot="-5400000">
        <a:off x="789533" y="200582"/>
        <a:ext cx="8009562" cy="661559"/>
      </dsp:txXfrm>
    </dsp:sp>
    <dsp:sp modelId="{76F19AB6-6BEB-4DE1-ABEA-D7C269B3DA71}">
      <dsp:nvSpPr>
        <dsp:cNvPr id="0" name=""/>
        <dsp:cNvSpPr/>
      </dsp:nvSpPr>
      <dsp:spPr>
        <a:xfrm rot="5400000">
          <a:off x="-169185" y="1396622"/>
          <a:ext cx="1127903" cy="789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Extract</a:t>
          </a:r>
        </a:p>
      </dsp:txBody>
      <dsp:txXfrm rot="-5400000">
        <a:off x="1" y="1622202"/>
        <a:ext cx="789532" cy="338371"/>
      </dsp:txXfrm>
    </dsp:sp>
    <dsp:sp modelId="{E0CBA6CF-A055-4115-9A7B-458D529F1023}">
      <dsp:nvSpPr>
        <dsp:cNvPr id="0" name=""/>
        <dsp:cNvSpPr/>
      </dsp:nvSpPr>
      <dsp:spPr>
        <a:xfrm rot="5400000">
          <a:off x="4445639" y="-2428670"/>
          <a:ext cx="733137" cy="80453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skills using NLP from unstructured text</a:t>
          </a:r>
        </a:p>
      </dsp:txBody>
      <dsp:txXfrm rot="-5400000">
        <a:off x="789533" y="1263225"/>
        <a:ext cx="8009562" cy="661559"/>
      </dsp:txXfrm>
    </dsp:sp>
    <dsp:sp modelId="{35C090B3-FA8B-4774-AF7A-E072B598B657}">
      <dsp:nvSpPr>
        <dsp:cNvPr id="0" name=""/>
        <dsp:cNvSpPr/>
      </dsp:nvSpPr>
      <dsp:spPr>
        <a:xfrm rot="5400000">
          <a:off x="-169185" y="2459266"/>
          <a:ext cx="1127903" cy="789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Map</a:t>
          </a:r>
        </a:p>
      </dsp:txBody>
      <dsp:txXfrm rot="-5400000">
        <a:off x="1" y="2684846"/>
        <a:ext cx="789532" cy="338371"/>
      </dsp:txXfrm>
    </dsp:sp>
    <dsp:sp modelId="{C47BB069-C8F7-4E41-AE65-5AAEBEE0766C}">
      <dsp:nvSpPr>
        <dsp:cNvPr id="0" name=""/>
        <dsp:cNvSpPr/>
      </dsp:nvSpPr>
      <dsp:spPr>
        <a:xfrm rot="5400000">
          <a:off x="4445639" y="-1366026"/>
          <a:ext cx="733137" cy="80453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a canonical taxonomy of 52+ skills with aliases &amp; relationships</a:t>
          </a:r>
        </a:p>
      </dsp:txBody>
      <dsp:txXfrm rot="-5400000">
        <a:off x="789533" y="2325869"/>
        <a:ext cx="8009562" cy="661559"/>
      </dsp:txXfrm>
    </dsp:sp>
    <dsp:sp modelId="{5A9DBCD3-8C94-4B1B-8F27-CA2543523C5D}">
      <dsp:nvSpPr>
        <dsp:cNvPr id="0" name=""/>
        <dsp:cNvSpPr/>
      </dsp:nvSpPr>
      <dsp:spPr>
        <a:xfrm rot="5400000">
          <a:off x="-169185" y="3521909"/>
          <a:ext cx="1127903" cy="789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</a:t>
          </a:r>
        </a:p>
      </dsp:txBody>
      <dsp:txXfrm rot="-5400000">
        <a:off x="1" y="3747489"/>
        <a:ext cx="789532" cy="338371"/>
      </dsp:txXfrm>
    </dsp:sp>
    <dsp:sp modelId="{8537156B-4C61-49CE-9FC6-D5CE381933FC}">
      <dsp:nvSpPr>
        <dsp:cNvPr id="0" name=""/>
        <dsp:cNvSpPr/>
      </dsp:nvSpPr>
      <dsp:spPr>
        <a:xfrm rot="5400000">
          <a:off x="4445639" y="-303383"/>
          <a:ext cx="733137" cy="80453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a knowledge graph connecting skills → domains → industries</a:t>
          </a:r>
        </a:p>
      </dsp:txBody>
      <dsp:txXfrm rot="-5400000">
        <a:off x="789533" y="3388512"/>
        <a:ext cx="8009562" cy="661559"/>
      </dsp:txXfrm>
    </dsp:sp>
    <dsp:sp modelId="{0AA98C09-73AF-46E9-88E4-A08A507DA89D}">
      <dsp:nvSpPr>
        <dsp:cNvPr id="0" name=""/>
        <dsp:cNvSpPr/>
      </dsp:nvSpPr>
      <dsp:spPr>
        <a:xfrm rot="5400000">
          <a:off x="-169185" y="4888139"/>
          <a:ext cx="1127903" cy="789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Forecast</a:t>
          </a:r>
        </a:p>
      </dsp:txBody>
      <dsp:txXfrm rot="-5400000">
        <a:off x="1" y="5113719"/>
        <a:ext cx="789532" cy="338371"/>
      </dsp:txXfrm>
    </dsp:sp>
    <dsp:sp modelId="{67B35891-AC56-472C-8358-6E4797E94C04}">
      <dsp:nvSpPr>
        <dsp:cNvPr id="0" name=""/>
        <dsp:cNvSpPr/>
      </dsp:nvSpPr>
      <dsp:spPr>
        <a:xfrm rot="5400000">
          <a:off x="4083334" y="1121565"/>
          <a:ext cx="1457747" cy="80453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using an ensemble of 3 ML models: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📈  Prophet – trend &amp; seasonality decomposition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🌲 </a:t>
          </a: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XGBoost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– gradient boosting on engineered features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📊 Holt-Winters ETS – exponential smoothing for non-linear patterns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89533" y="4486528"/>
        <a:ext cx="7974190" cy="1315425"/>
      </dsp:txXfrm>
    </dsp:sp>
    <dsp:sp modelId="{39D57A0A-0403-4F27-93A1-5884BE175EA5}">
      <dsp:nvSpPr>
        <dsp:cNvPr id="0" name=""/>
        <dsp:cNvSpPr/>
      </dsp:nvSpPr>
      <dsp:spPr>
        <a:xfrm rot="5400000">
          <a:off x="-169185" y="6199214"/>
          <a:ext cx="1127903" cy="789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Times New Roman" panose="02020603050405020304" pitchFamily="18" charset="0"/>
              <a:cs typeface="Times New Roman" panose="02020603050405020304" pitchFamily="18" charset="0"/>
            </a:rPr>
            <a:t>Score</a:t>
          </a:r>
          <a:endParaRPr lang="en-IN" sz="1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6424794"/>
        <a:ext cx="789532" cy="338371"/>
      </dsp:txXfrm>
    </dsp:sp>
    <dsp:sp modelId="{A5728868-00ED-49DE-9BEE-A12DA7870725}">
      <dsp:nvSpPr>
        <dsp:cNvPr id="0" name=""/>
        <dsp:cNvSpPr/>
      </dsp:nvSpPr>
      <dsp:spPr>
        <a:xfrm rot="5400000">
          <a:off x="4445639" y="2459003"/>
          <a:ext cx="733137" cy="80453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each skill on 7 dimensions</a:t>
          </a:r>
        </a:p>
      </dsp:txBody>
      <dsp:txXfrm rot="-5400000">
        <a:off x="789533" y="6150899"/>
        <a:ext cx="8009562" cy="661559"/>
      </dsp:txXfrm>
    </dsp:sp>
    <dsp:sp modelId="{37BD840C-0F2D-4F42-82C4-71B95DCBDF18}">
      <dsp:nvSpPr>
        <dsp:cNvPr id="0" name=""/>
        <dsp:cNvSpPr/>
      </dsp:nvSpPr>
      <dsp:spPr>
        <a:xfrm rot="5400000">
          <a:off x="-169185" y="7208091"/>
          <a:ext cx="1127903" cy="789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Times New Roman" panose="02020603050405020304" pitchFamily="18" charset="0"/>
              <a:cs typeface="Times New Roman" panose="02020603050405020304" pitchFamily="18" charset="0"/>
            </a:rPr>
            <a:t>Explain</a:t>
          </a:r>
          <a:endParaRPr lang="en-IN" sz="1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7433671"/>
        <a:ext cx="789532" cy="338371"/>
      </dsp:txXfrm>
    </dsp:sp>
    <dsp:sp modelId="{B6A99172-0ED0-41DE-A32C-7320885A8078}">
      <dsp:nvSpPr>
        <dsp:cNvPr id="0" name=""/>
        <dsp:cNvSpPr/>
      </dsp:nvSpPr>
      <dsp:spPr>
        <a:xfrm rot="5400000">
          <a:off x="4445639" y="3390444"/>
          <a:ext cx="733137" cy="80453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predictions using SHAP-style explainability</a:t>
          </a:r>
        </a:p>
      </dsp:txBody>
      <dsp:txXfrm rot="-5400000">
        <a:off x="789533" y="7082340"/>
        <a:ext cx="8009562" cy="661559"/>
      </dsp:txXfrm>
    </dsp:sp>
    <dsp:sp modelId="{E2EA8C6A-5289-4DE6-BA02-950B15DF22FD}">
      <dsp:nvSpPr>
        <dsp:cNvPr id="0" name=""/>
        <dsp:cNvSpPr/>
      </dsp:nvSpPr>
      <dsp:spPr>
        <a:xfrm rot="5400000">
          <a:off x="-169185" y="8299582"/>
          <a:ext cx="1127903" cy="789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Alert</a:t>
          </a:r>
        </a:p>
      </dsp:txBody>
      <dsp:txXfrm rot="-5400000">
        <a:off x="1" y="8525162"/>
        <a:ext cx="789532" cy="338371"/>
      </dsp:txXfrm>
    </dsp:sp>
    <dsp:sp modelId="{A44C1AB1-3760-475E-9859-17AF5CC7B274}">
      <dsp:nvSpPr>
        <dsp:cNvPr id="0" name=""/>
        <dsp:cNvSpPr/>
      </dsp:nvSpPr>
      <dsp:spPr>
        <a:xfrm rot="5400000">
          <a:off x="4445639" y="4483161"/>
          <a:ext cx="733137" cy="80453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on momentum spikes, bubbles, and disruptions</a:t>
          </a:r>
        </a:p>
      </dsp:txBody>
      <dsp:txXfrm rot="-5400000">
        <a:off x="789533" y="8175057"/>
        <a:ext cx="8009562" cy="6615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C1FCA-32D2-4680-A0DB-04AE87FEB080}">
      <dsp:nvSpPr>
        <dsp:cNvPr id="0" name=""/>
        <dsp:cNvSpPr/>
      </dsp:nvSpPr>
      <dsp:spPr>
        <a:xfrm>
          <a:off x="3750" y="213255"/>
          <a:ext cx="1639788" cy="983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Sources </a:t>
          </a:r>
        </a:p>
      </dsp:txBody>
      <dsp:txXfrm>
        <a:off x="32567" y="242072"/>
        <a:ext cx="1582154" cy="926238"/>
      </dsp:txXfrm>
    </dsp:sp>
    <dsp:sp modelId="{8B99D949-0CE3-409E-B9AA-60555422C86B}">
      <dsp:nvSpPr>
        <dsp:cNvPr id="0" name=""/>
        <dsp:cNvSpPr/>
      </dsp:nvSpPr>
      <dsp:spPr>
        <a:xfrm>
          <a:off x="1787840" y="501858"/>
          <a:ext cx="347635" cy="406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7840" y="583191"/>
        <a:ext cx="243345" cy="244001"/>
      </dsp:txXfrm>
    </dsp:sp>
    <dsp:sp modelId="{A1F67D4B-61CD-43C6-A803-0DE15EF4192F}">
      <dsp:nvSpPr>
        <dsp:cNvPr id="0" name=""/>
        <dsp:cNvSpPr/>
      </dsp:nvSpPr>
      <dsp:spPr>
        <a:xfrm>
          <a:off x="2299454" y="213255"/>
          <a:ext cx="1639788" cy="983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ETL Pipeline </a:t>
          </a:r>
        </a:p>
      </dsp:txBody>
      <dsp:txXfrm>
        <a:off x="2328271" y="242072"/>
        <a:ext cx="1582154" cy="926238"/>
      </dsp:txXfrm>
    </dsp:sp>
    <dsp:sp modelId="{4F324B19-26E0-4139-9D55-4C465AA351AA}">
      <dsp:nvSpPr>
        <dsp:cNvPr id="0" name=""/>
        <dsp:cNvSpPr/>
      </dsp:nvSpPr>
      <dsp:spPr>
        <a:xfrm>
          <a:off x="4083543" y="501858"/>
          <a:ext cx="347635" cy="406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83543" y="583191"/>
        <a:ext cx="243345" cy="244001"/>
      </dsp:txXfrm>
    </dsp:sp>
    <dsp:sp modelId="{D719DCE8-F92A-4DD4-808E-B3EDFF5F3540}">
      <dsp:nvSpPr>
        <dsp:cNvPr id="0" name=""/>
        <dsp:cNvSpPr/>
      </dsp:nvSpPr>
      <dsp:spPr>
        <a:xfrm>
          <a:off x="4595157" y="213255"/>
          <a:ext cx="1639788" cy="983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NLP Skill Extraction </a:t>
          </a:r>
        </a:p>
      </dsp:txBody>
      <dsp:txXfrm>
        <a:off x="4623974" y="242072"/>
        <a:ext cx="1582154" cy="926238"/>
      </dsp:txXfrm>
    </dsp:sp>
    <dsp:sp modelId="{7D5DA9F6-81C5-4A96-A903-774347AD8371}">
      <dsp:nvSpPr>
        <dsp:cNvPr id="0" name=""/>
        <dsp:cNvSpPr/>
      </dsp:nvSpPr>
      <dsp:spPr>
        <a:xfrm>
          <a:off x="6379247" y="501858"/>
          <a:ext cx="347635" cy="406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79247" y="583191"/>
        <a:ext cx="243345" cy="244001"/>
      </dsp:txXfrm>
    </dsp:sp>
    <dsp:sp modelId="{8917C4B7-37DA-478F-9E0D-5D6E221E6093}">
      <dsp:nvSpPr>
        <dsp:cNvPr id="0" name=""/>
        <dsp:cNvSpPr/>
      </dsp:nvSpPr>
      <dsp:spPr>
        <a:xfrm>
          <a:off x="6890861" y="213255"/>
          <a:ext cx="1639788" cy="983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Knowledge Graph</a:t>
          </a:r>
        </a:p>
      </dsp:txBody>
      <dsp:txXfrm>
        <a:off x="6919678" y="242072"/>
        <a:ext cx="1582154" cy="926238"/>
      </dsp:txXfrm>
    </dsp:sp>
    <dsp:sp modelId="{460DB07E-EEAB-47D6-B527-C2CA0BC57505}">
      <dsp:nvSpPr>
        <dsp:cNvPr id="0" name=""/>
        <dsp:cNvSpPr/>
      </dsp:nvSpPr>
      <dsp:spPr>
        <a:xfrm rot="5400000">
          <a:off x="7536937" y="1311913"/>
          <a:ext cx="347635" cy="406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588754" y="1341429"/>
        <a:ext cx="244001" cy="243345"/>
      </dsp:txXfrm>
    </dsp:sp>
    <dsp:sp modelId="{5A55AC0B-7479-47D3-B921-D69327E9BB70}">
      <dsp:nvSpPr>
        <dsp:cNvPr id="0" name=""/>
        <dsp:cNvSpPr/>
      </dsp:nvSpPr>
      <dsp:spPr>
        <a:xfrm>
          <a:off x="6890861" y="1853043"/>
          <a:ext cx="1639788" cy="983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Ensemble Forecasting</a:t>
          </a:r>
        </a:p>
      </dsp:txBody>
      <dsp:txXfrm>
        <a:off x="6919678" y="1881860"/>
        <a:ext cx="1582154" cy="926238"/>
      </dsp:txXfrm>
    </dsp:sp>
    <dsp:sp modelId="{07FFCFCF-3C4E-4C51-ABCB-AE4FF9E0573F}">
      <dsp:nvSpPr>
        <dsp:cNvPr id="0" name=""/>
        <dsp:cNvSpPr/>
      </dsp:nvSpPr>
      <dsp:spPr>
        <a:xfrm rot="10800000">
          <a:off x="6398924" y="2141646"/>
          <a:ext cx="347635" cy="406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6503214" y="2222979"/>
        <a:ext cx="243345" cy="244001"/>
      </dsp:txXfrm>
    </dsp:sp>
    <dsp:sp modelId="{561BB1C9-DB19-4D30-BDFC-7687711A8D75}">
      <dsp:nvSpPr>
        <dsp:cNvPr id="0" name=""/>
        <dsp:cNvSpPr/>
      </dsp:nvSpPr>
      <dsp:spPr>
        <a:xfrm>
          <a:off x="4595157" y="1853043"/>
          <a:ext cx="1639788" cy="983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Scoring Engine </a:t>
          </a:r>
        </a:p>
      </dsp:txBody>
      <dsp:txXfrm>
        <a:off x="4623974" y="1881860"/>
        <a:ext cx="1582154" cy="926238"/>
      </dsp:txXfrm>
    </dsp:sp>
    <dsp:sp modelId="{A6E686A7-0D2D-46C3-80D5-462E4739CBD8}">
      <dsp:nvSpPr>
        <dsp:cNvPr id="0" name=""/>
        <dsp:cNvSpPr/>
      </dsp:nvSpPr>
      <dsp:spPr>
        <a:xfrm rot="10800000">
          <a:off x="4103221" y="2141646"/>
          <a:ext cx="347635" cy="406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207511" y="2222979"/>
        <a:ext cx="243345" cy="244001"/>
      </dsp:txXfrm>
    </dsp:sp>
    <dsp:sp modelId="{B1B3A05F-F28C-4670-97DF-2EFECC9F0BE5}">
      <dsp:nvSpPr>
        <dsp:cNvPr id="0" name=""/>
        <dsp:cNvSpPr/>
      </dsp:nvSpPr>
      <dsp:spPr>
        <a:xfrm>
          <a:off x="2299454" y="1853043"/>
          <a:ext cx="1639788" cy="983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REST API </a:t>
          </a:r>
        </a:p>
      </dsp:txBody>
      <dsp:txXfrm>
        <a:off x="2328271" y="1881860"/>
        <a:ext cx="1582154" cy="926238"/>
      </dsp:txXfrm>
    </dsp:sp>
    <dsp:sp modelId="{C91B7293-0986-42F2-B113-C675CA67C87A}">
      <dsp:nvSpPr>
        <dsp:cNvPr id="0" name=""/>
        <dsp:cNvSpPr/>
      </dsp:nvSpPr>
      <dsp:spPr>
        <a:xfrm rot="10800000">
          <a:off x="1807517" y="2141646"/>
          <a:ext cx="347635" cy="406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911807" y="2222979"/>
        <a:ext cx="243345" cy="244001"/>
      </dsp:txXfrm>
    </dsp:sp>
    <dsp:sp modelId="{D84BBBD4-F05F-45FE-81B8-9072DD8574F2}">
      <dsp:nvSpPr>
        <dsp:cNvPr id="0" name=""/>
        <dsp:cNvSpPr/>
      </dsp:nvSpPr>
      <dsp:spPr>
        <a:xfrm>
          <a:off x="3750" y="1853043"/>
          <a:ext cx="1639788" cy="983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</a:t>
          </a:r>
        </a:p>
      </dsp:txBody>
      <dsp:txXfrm>
        <a:off x="32567" y="1881860"/>
        <a:ext cx="1582154" cy="9262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3A8EF1-F5AC-489F-84F9-45962410CF2D}">
      <dsp:nvSpPr>
        <dsp:cNvPr id="0" name=""/>
        <dsp:cNvSpPr/>
      </dsp:nvSpPr>
      <dsp:spPr>
        <a:xfrm rot="5400000">
          <a:off x="4447603" y="-1477541"/>
          <a:ext cx="1571625" cy="49255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Most tools only look at job ads. ASIE looks at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Patents, Research, Startup Funding, and Policy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too. This allows us to see "hidden" trends before they become common knowledge.</a:t>
          </a:r>
        </a:p>
      </dsp:txBody>
      <dsp:txXfrm rot="-5400000">
        <a:off x="2770632" y="276150"/>
        <a:ext cx="4848848" cy="1418185"/>
      </dsp:txXfrm>
    </dsp:sp>
    <dsp:sp modelId="{4F5596E4-7403-4B4F-94E8-6A4B219B3FA4}">
      <dsp:nvSpPr>
        <dsp:cNvPr id="0" name=""/>
        <dsp:cNvSpPr/>
      </dsp:nvSpPr>
      <dsp:spPr>
        <a:xfrm>
          <a:off x="0" y="2976"/>
          <a:ext cx="2770632" cy="19645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Multi-Signal Intelligence</a:t>
          </a:r>
          <a:endParaRPr lang="en-US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5900" y="98876"/>
        <a:ext cx="2578832" cy="1772731"/>
      </dsp:txXfrm>
    </dsp:sp>
    <dsp:sp modelId="{F52D8A55-6FA4-4B93-9433-C00F77A9410B}">
      <dsp:nvSpPr>
        <dsp:cNvPr id="0" name=""/>
        <dsp:cNvSpPr/>
      </dsp:nvSpPr>
      <dsp:spPr>
        <a:xfrm rot="5400000">
          <a:off x="4447603" y="585215"/>
          <a:ext cx="1571625" cy="49255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Existing platforms (like LinkedIn) are like a mirror—they show you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today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ASIE is like a telescope—it shows you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 to 5 years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into the future so you can start learning early.</a:t>
          </a:r>
        </a:p>
      </dsp:txBody>
      <dsp:txXfrm rot="-5400000">
        <a:off x="2770632" y="2338906"/>
        <a:ext cx="4848848" cy="1418185"/>
      </dsp:txXfrm>
    </dsp:sp>
    <dsp:sp modelId="{26DE3AD7-AADE-4EFD-8778-419842C07035}">
      <dsp:nvSpPr>
        <dsp:cNvPr id="0" name=""/>
        <dsp:cNvSpPr/>
      </dsp:nvSpPr>
      <dsp:spPr>
        <a:xfrm>
          <a:off x="0" y="2065734"/>
          <a:ext cx="2770632" cy="19645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Predicting the Future</a:t>
          </a:r>
          <a:endParaRPr lang="en-US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5900" y="2161634"/>
        <a:ext cx="2578832" cy="1772731"/>
      </dsp:txXfrm>
    </dsp:sp>
    <dsp:sp modelId="{4E10A683-7457-4F06-A58E-D7EEC1D461F6}">
      <dsp:nvSpPr>
        <dsp:cNvPr id="0" name=""/>
        <dsp:cNvSpPr/>
      </dsp:nvSpPr>
      <dsp:spPr>
        <a:xfrm rot="5400000">
          <a:off x="4447603" y="2647973"/>
          <a:ext cx="1571625" cy="49255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 don't treat skills like a simple list. Our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Knowledge Graph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understands that skills are connected. If a new technology grows, ASIE knows exactly which "buddy skills" you need to learn with it.</a:t>
          </a:r>
        </a:p>
      </dsp:txBody>
      <dsp:txXfrm rot="-5400000">
        <a:off x="2770632" y="4401664"/>
        <a:ext cx="4848848" cy="1418185"/>
      </dsp:txXfrm>
    </dsp:sp>
    <dsp:sp modelId="{6CC79049-EC12-41C5-B110-397473F643CC}">
      <dsp:nvSpPr>
        <dsp:cNvPr id="0" name=""/>
        <dsp:cNvSpPr/>
      </dsp:nvSpPr>
      <dsp:spPr>
        <a:xfrm>
          <a:off x="0" y="4128492"/>
          <a:ext cx="2770632" cy="19645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Smart Skill Connections</a:t>
          </a:r>
          <a:endParaRPr lang="en-US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5900" y="4224392"/>
        <a:ext cx="2578832" cy="17727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3A8EF1-F5AC-489F-84F9-45962410CF2D}">
      <dsp:nvSpPr>
        <dsp:cNvPr id="0" name=""/>
        <dsp:cNvSpPr/>
      </dsp:nvSpPr>
      <dsp:spPr>
        <a:xfrm rot="5400000">
          <a:off x="4727965" y="-1626145"/>
          <a:ext cx="1529060" cy="51694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We don't just give you a number; we give you a </a:t>
          </a:r>
          <a:r>
            <a:rPr lang="en-US" sz="2000" b="1" kern="1200" dirty="0"/>
            <a:t>reason</a:t>
          </a:r>
          <a:r>
            <a:rPr lang="en-US" sz="2000" kern="1200" dirty="0"/>
            <a:t>. We show you the logic (e.g., "Research is up 30%") so you know our AI isn't just guessing.</a:t>
          </a:r>
        </a:p>
      </dsp:txBody>
      <dsp:txXfrm rot="-5400000">
        <a:off x="2907792" y="268671"/>
        <a:ext cx="5094765" cy="1379774"/>
      </dsp:txXfrm>
    </dsp:sp>
    <dsp:sp modelId="{4F5596E4-7403-4B4F-94E8-6A4B219B3FA4}">
      <dsp:nvSpPr>
        <dsp:cNvPr id="0" name=""/>
        <dsp:cNvSpPr/>
      </dsp:nvSpPr>
      <dsp:spPr>
        <a:xfrm>
          <a:off x="0" y="0"/>
          <a:ext cx="2907792" cy="19113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Transparent Advice</a:t>
          </a:r>
          <a:endParaRPr lang="en-US" sz="3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3303" y="93303"/>
        <a:ext cx="2721186" cy="1724719"/>
      </dsp:txXfrm>
    </dsp:sp>
    <dsp:sp modelId="{F52D8A55-6FA4-4B93-9433-C00F77A9410B}">
      <dsp:nvSpPr>
        <dsp:cNvPr id="0" name=""/>
        <dsp:cNvSpPr/>
      </dsp:nvSpPr>
      <dsp:spPr>
        <a:xfrm rot="5400000">
          <a:off x="4727965" y="380745"/>
          <a:ext cx="1529060" cy="51694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We prioritize user safety. When you check your resume, our system analyzes the text and then </a:t>
          </a:r>
          <a:r>
            <a:rPr lang="en-US" sz="2000" b="1" kern="1200" dirty="0"/>
            <a:t>instantly deletes it</a:t>
          </a:r>
          <a:r>
            <a:rPr lang="en-US" sz="2000" kern="1200" dirty="0"/>
            <a:t>. We don't keep your personal data on our servers.</a:t>
          </a:r>
        </a:p>
      </dsp:txBody>
      <dsp:txXfrm rot="-5400000">
        <a:off x="2907792" y="2275562"/>
        <a:ext cx="5094765" cy="1379774"/>
      </dsp:txXfrm>
    </dsp:sp>
    <dsp:sp modelId="{26DE3AD7-AADE-4EFD-8778-419842C07035}">
      <dsp:nvSpPr>
        <dsp:cNvPr id="0" name=""/>
        <dsp:cNvSpPr/>
      </dsp:nvSpPr>
      <dsp:spPr>
        <a:xfrm>
          <a:off x="0" y="2009787"/>
          <a:ext cx="2907792" cy="19113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kern="1200" dirty="0"/>
            <a:t>Privacy-First</a:t>
          </a:r>
          <a:endParaRPr lang="en-US" sz="3500" kern="1200" dirty="0"/>
        </a:p>
      </dsp:txBody>
      <dsp:txXfrm>
        <a:off x="93303" y="2103090"/>
        <a:ext cx="2721186" cy="1724719"/>
      </dsp:txXfrm>
    </dsp:sp>
    <dsp:sp modelId="{4E10A683-7457-4F06-A58E-D7EEC1D461F6}">
      <dsp:nvSpPr>
        <dsp:cNvPr id="0" name=""/>
        <dsp:cNvSpPr/>
      </dsp:nvSpPr>
      <dsp:spPr>
        <a:xfrm rot="5400000">
          <a:off x="4727965" y="2387637"/>
          <a:ext cx="1529060" cy="51694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Global tools often ignore the Indian context. ASIE is designed to help </a:t>
          </a:r>
          <a:r>
            <a:rPr lang="en-US" sz="2000" b="1" kern="1200" dirty="0"/>
            <a:t>Indian students and workers</a:t>
          </a:r>
          <a:r>
            <a:rPr lang="en-US" sz="2000" kern="1200" dirty="0"/>
            <a:t> align their local college degrees with what the global industry actually wants.</a:t>
          </a:r>
        </a:p>
      </dsp:txBody>
      <dsp:txXfrm rot="-5400000">
        <a:off x="2907792" y="4282454"/>
        <a:ext cx="5094765" cy="1379774"/>
      </dsp:txXfrm>
    </dsp:sp>
    <dsp:sp modelId="{6CC79049-EC12-41C5-B110-397473F643CC}">
      <dsp:nvSpPr>
        <dsp:cNvPr id="0" name=""/>
        <dsp:cNvSpPr/>
      </dsp:nvSpPr>
      <dsp:spPr>
        <a:xfrm>
          <a:off x="0" y="4016678"/>
          <a:ext cx="2907792" cy="19113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kern="1200" dirty="0"/>
            <a:t>Focus on India</a:t>
          </a:r>
          <a:endParaRPr lang="en-US" sz="3500" kern="1200" dirty="0"/>
        </a:p>
      </dsp:txBody>
      <dsp:txXfrm>
        <a:off x="93303" y="4109981"/>
        <a:ext cx="2721186" cy="17247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08725" y="369298"/>
            <a:ext cx="3596004" cy="56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96" y="2741587"/>
            <a:ext cx="208264" cy="20803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96" y="4254200"/>
            <a:ext cx="208264" cy="20803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96" y="5912986"/>
            <a:ext cx="208264" cy="20803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96" y="7322049"/>
            <a:ext cx="208264" cy="20803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4926" y="2452171"/>
            <a:ext cx="7448550" cy="719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3.weforum.org/docs/WEF_Future_of_Jobs_2023.pdf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ornferry.com/content/dam/kornferry/docs/pdfs/KF-Future-of-Work-Talent-Crunch-Report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724" y="369298"/>
            <a:ext cx="3896675" cy="5610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</a:t>
            </a:r>
            <a:r>
              <a:rPr sz="3550" spc="-9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spc="3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KRMU</a:t>
            </a:r>
            <a:r>
              <a:rPr sz="3550" spc="-9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spc="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87267" y="9481070"/>
            <a:ext cx="43116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sz="28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438A9-4887-C743-05B5-2A566E670032}"/>
              </a:ext>
            </a:extLst>
          </p:cNvPr>
          <p:cNvSpPr txBox="1"/>
          <p:nvPr/>
        </p:nvSpPr>
        <p:spPr>
          <a:xfrm>
            <a:off x="1208725" y="2642368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 PS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33395-0E76-74FE-6B55-95EBDA3854EE}"/>
              </a:ext>
            </a:extLst>
          </p:cNvPr>
          <p:cNvSpPr txBox="1"/>
          <p:nvPr/>
        </p:nvSpPr>
        <p:spPr>
          <a:xfrm>
            <a:off x="1295400" y="4039969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ID: HK-159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DF690-00F9-6239-87AF-C9FCA446DD4B}"/>
              </a:ext>
            </a:extLst>
          </p:cNvPr>
          <p:cNvSpPr txBox="1"/>
          <p:nvPr/>
        </p:nvSpPr>
        <p:spPr>
          <a:xfrm>
            <a:off x="1219200" y="5716369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Name: Tech Titans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22D79B-F873-0908-E255-30811CD8CD89}"/>
              </a:ext>
            </a:extLst>
          </p:cNvPr>
          <p:cNvSpPr txBox="1"/>
          <p:nvPr/>
        </p:nvSpPr>
        <p:spPr>
          <a:xfrm>
            <a:off x="1143000" y="6888182"/>
            <a:ext cx="7010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Aman Kumar</a:t>
            </a:r>
          </a:p>
          <a:p>
            <a:pPr>
              <a:lnSpc>
                <a:spcPct val="150000"/>
              </a:lnSpc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Kartik Patidar</a:t>
            </a:r>
          </a:p>
          <a:p>
            <a:pPr>
              <a:lnSpc>
                <a:spcPct val="150000"/>
              </a:lnSpc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Amit </a:t>
            </a:r>
            <a:r>
              <a:rPr lang="en-IN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Jatthap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Kulsum Baano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9430" y="1338483"/>
            <a:ext cx="59697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459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3600" spc="-9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16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3600" spc="-9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27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xfrm>
            <a:off x="1208724" y="369298"/>
            <a:ext cx="3972875" cy="5610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</a:t>
            </a:r>
            <a:r>
              <a:rPr sz="355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KRMU</a:t>
            </a:r>
            <a:r>
              <a:rPr sz="355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56503" y="9493735"/>
            <a:ext cx="43116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sz="28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5AA1C-4BE0-1DE4-16D1-8B8BA1A1D413}"/>
              </a:ext>
            </a:extLst>
          </p:cNvPr>
          <p:cNvSpPr txBox="1"/>
          <p:nvPr/>
        </p:nvSpPr>
        <p:spPr>
          <a:xfrm>
            <a:off x="838200" y="2012299"/>
            <a:ext cx="13792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65%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children entering school today will work in jobs that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don't yet exist(WEF)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$8.5 trillion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unrealized revenue by 2030 due to talent shortages (Korn Ferry)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Professionals waste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40+ hours/year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chasing the wrong skills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and bootcamps are teaching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yesterday's skills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unified system exists to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which skills will matter in 3-5 years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0DC003-4C76-6F08-B4E6-5D0340421760}"/>
              </a:ext>
            </a:extLst>
          </p:cNvPr>
          <p:cNvSpPr txBox="1"/>
          <p:nvPr/>
        </p:nvSpPr>
        <p:spPr>
          <a:xfrm>
            <a:off x="990600" y="5042319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  <a:endParaRPr lang="en-IN" sz="28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05019-2F52-682C-8D5C-8497F70E235B}"/>
              </a:ext>
            </a:extLst>
          </p:cNvPr>
          <p:cNvSpPr txBox="1"/>
          <p:nvPr/>
        </p:nvSpPr>
        <p:spPr>
          <a:xfrm>
            <a:off x="990600" y="5593646"/>
            <a:ext cx="1714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ASIE is an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forecasting engine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predicts high-demand skills for 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3-5 years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analyzing signals from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real-world data sources.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633452583"/>
              </p:ext>
            </p:extLst>
          </p:nvPr>
        </p:nvGraphicFramePr>
        <p:xfrm>
          <a:off x="2209800" y="6522356"/>
          <a:ext cx="12873483" cy="1553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782586751"/>
              </p:ext>
            </p:extLst>
          </p:nvPr>
        </p:nvGraphicFramePr>
        <p:xfrm>
          <a:off x="4267200" y="8343900"/>
          <a:ext cx="8839200" cy="1677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9240" y="444862"/>
            <a:ext cx="5180360" cy="48548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050" b="1" spc="56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IN" sz="3050" b="1" spc="-8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50" b="1" spc="67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3050" b="1" spc="-8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50" b="1" spc="60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3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xfrm>
            <a:off x="1208724" y="369298"/>
            <a:ext cx="4049075" cy="5610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</a:t>
            </a:r>
            <a:r>
              <a:rPr sz="355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KRMU</a:t>
            </a:r>
            <a:r>
              <a:rPr sz="355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13558" y="9514523"/>
            <a:ext cx="43116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sz="28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630050618"/>
              </p:ext>
            </p:extLst>
          </p:nvPr>
        </p:nvGraphicFramePr>
        <p:xfrm>
          <a:off x="4572000" y="1034143"/>
          <a:ext cx="8834884" cy="9258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-76200" y="2781300"/>
            <a:ext cx="7940118" cy="7391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object 2"/>
          <p:cNvSpPr txBox="1"/>
          <p:nvPr/>
        </p:nvSpPr>
        <p:spPr>
          <a:xfrm>
            <a:off x="6343015" y="596301"/>
            <a:ext cx="5601970" cy="5232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b="1" dirty="0">
                <a:solidFill>
                  <a:srgbClr val="1F77D9"/>
                </a:solidFill>
                <a:latin typeface="Arial"/>
                <a:cs typeface="Arial"/>
              </a:rPr>
              <a:t>TECH</a:t>
            </a:r>
            <a:r>
              <a:rPr sz="3250" b="1" spc="-25" dirty="0">
                <a:solidFill>
                  <a:srgbClr val="1F77D9"/>
                </a:solidFill>
                <a:latin typeface="Arial"/>
                <a:cs typeface="Arial"/>
              </a:rPr>
              <a:t> </a:t>
            </a:r>
            <a:r>
              <a:rPr sz="3250" b="1" dirty="0">
                <a:solidFill>
                  <a:srgbClr val="1F77D9"/>
                </a:solidFill>
                <a:latin typeface="Arial"/>
                <a:cs typeface="Arial"/>
              </a:rPr>
              <a:t>STACK</a:t>
            </a:r>
            <a:r>
              <a:rPr sz="3250" b="1" spc="-10" dirty="0">
                <a:solidFill>
                  <a:srgbClr val="1F77D9"/>
                </a:solidFill>
                <a:latin typeface="Arial"/>
                <a:cs typeface="Arial"/>
              </a:rPr>
              <a:t> </a:t>
            </a:r>
            <a:r>
              <a:rPr sz="3250" b="1" dirty="0">
                <a:solidFill>
                  <a:srgbClr val="1F77D9"/>
                </a:solidFill>
                <a:latin typeface="Arial"/>
                <a:cs typeface="Arial"/>
              </a:rPr>
              <a:t>&amp;</a:t>
            </a:r>
            <a:r>
              <a:rPr sz="3250" b="1" spc="-10" dirty="0">
                <a:solidFill>
                  <a:srgbClr val="1F77D9"/>
                </a:solidFill>
                <a:latin typeface="Arial"/>
                <a:cs typeface="Arial"/>
              </a:rPr>
              <a:t> APPROACH</a:t>
            </a:r>
            <a:endParaRPr sz="325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548167" y="9688258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740295" y="3725228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FastAPI</a:t>
            </a:r>
            <a:endParaRPr lang="en-IN" sz="2400" dirty="0"/>
          </a:p>
          <a:p>
            <a:pPr lvl="2" algn="ctr"/>
            <a:r>
              <a:rPr lang="en-IN" dirty="0"/>
              <a:t>(REST API server)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123" y="50673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Pydantic</a:t>
            </a:r>
            <a:r>
              <a:rPr lang="en-IN" sz="2400" dirty="0"/>
              <a:t> </a:t>
            </a:r>
          </a:p>
          <a:p>
            <a:pPr lvl="2" algn="ctr"/>
            <a:r>
              <a:rPr lang="en-IN" dirty="0"/>
              <a:t>(Data validation)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7323" y="50673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Uvicorn</a:t>
            </a:r>
            <a:r>
              <a:rPr lang="en-IN" sz="2400" dirty="0"/>
              <a:t> </a:t>
            </a:r>
          </a:p>
          <a:p>
            <a:pPr lvl="2" algn="ctr"/>
            <a:r>
              <a:rPr lang="en-IN" dirty="0"/>
              <a:t>(ASGI server)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8592" y="7962900"/>
            <a:ext cx="2122208" cy="1143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Pandas + </a:t>
            </a:r>
            <a:r>
              <a:rPr lang="en-IN" sz="2400" dirty="0" err="1"/>
              <a:t>NumPy</a:t>
            </a:r>
            <a:r>
              <a:rPr lang="en-IN" sz="2400" dirty="0"/>
              <a:t> </a:t>
            </a:r>
          </a:p>
          <a:p>
            <a:pPr lvl="2" algn="ctr"/>
            <a:r>
              <a:rPr lang="en-IN" dirty="0"/>
              <a:t>(Data processing)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5657" y="3695700"/>
            <a:ext cx="2271343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spaCy</a:t>
            </a:r>
            <a:r>
              <a:rPr lang="en-IN" sz="2400" dirty="0"/>
              <a:t>  </a:t>
            </a:r>
          </a:p>
          <a:p>
            <a:pPr lvl="2" algn="ctr"/>
            <a:r>
              <a:rPr lang="en-IN" dirty="0"/>
              <a:t>(NLP skill extraction)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75723" y="50673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XGBoost</a:t>
            </a:r>
            <a:r>
              <a:rPr lang="en-IN" sz="2400" dirty="0"/>
              <a:t>  </a:t>
            </a:r>
          </a:p>
          <a:p>
            <a:pPr lvl="2" algn="ctr"/>
            <a:r>
              <a:rPr lang="en-IN" dirty="0"/>
              <a:t>(ML forecasting)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123" y="65913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NetworkX</a:t>
            </a:r>
            <a:r>
              <a:rPr lang="en-IN" sz="2400" dirty="0"/>
              <a:t> </a:t>
            </a:r>
          </a:p>
          <a:p>
            <a:pPr lvl="2" algn="ctr"/>
            <a:r>
              <a:rPr lang="en-IN" dirty="0"/>
              <a:t>(Knowledge graph)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7323" y="65151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SHAP  </a:t>
            </a:r>
          </a:p>
          <a:p>
            <a:pPr lvl="2" algn="ctr"/>
            <a:r>
              <a:rPr lang="en-IN" dirty="0"/>
              <a:t>(</a:t>
            </a:r>
            <a:r>
              <a:rPr lang="en-IN" dirty="0" err="1"/>
              <a:t>Explainability</a:t>
            </a:r>
            <a:r>
              <a:rPr lang="en-IN" dirty="0"/>
              <a:t> )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0" y="64389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Loguru</a:t>
            </a:r>
            <a:r>
              <a:rPr lang="en-IN" sz="2400" dirty="0"/>
              <a:t>  </a:t>
            </a:r>
          </a:p>
          <a:p>
            <a:pPr lvl="2" algn="ctr"/>
            <a:r>
              <a:rPr lang="en-IN" dirty="0"/>
              <a:t>(Logging )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70523" y="80391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PyArrow</a:t>
            </a:r>
            <a:r>
              <a:rPr lang="en-IN" sz="2400" dirty="0"/>
              <a:t> </a:t>
            </a:r>
          </a:p>
          <a:p>
            <a:pPr lvl="2" algn="ctr"/>
            <a:r>
              <a:rPr lang="en-IN" dirty="0"/>
              <a:t>(Parquet file handling)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680" y="9396142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Library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467600" y="1353463"/>
            <a:ext cx="5476019" cy="4933037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ounded Rectangle 29"/>
          <p:cNvSpPr/>
          <p:nvPr/>
        </p:nvSpPr>
        <p:spPr>
          <a:xfrm>
            <a:off x="8022134" y="25527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React + </a:t>
            </a:r>
            <a:r>
              <a:rPr lang="en-IN" sz="2400" dirty="0" err="1"/>
              <a:t>Vite</a:t>
            </a:r>
            <a:endParaRPr lang="en-IN" sz="2400" dirty="0"/>
          </a:p>
          <a:p>
            <a:pPr lvl="2" algn="ctr"/>
            <a:r>
              <a:rPr lang="en-IN" dirty="0"/>
              <a:t>(UI framework)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8289" y="38481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TailwindCSS</a:t>
            </a:r>
            <a:r>
              <a:rPr lang="en-IN" sz="2400" dirty="0"/>
              <a:t> </a:t>
            </a:r>
          </a:p>
          <a:p>
            <a:pPr lvl="2" algn="ctr"/>
            <a:r>
              <a:rPr lang="en-IN" dirty="0"/>
              <a:t>(Styling)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46366" y="3771900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Axios</a:t>
            </a:r>
            <a:r>
              <a:rPr lang="en-IN" sz="2400" dirty="0"/>
              <a:t> </a:t>
            </a:r>
          </a:p>
          <a:p>
            <a:pPr lvl="2" algn="ctr"/>
            <a:r>
              <a:rPr lang="en-IN" dirty="0"/>
              <a:t>(API calls)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93966" y="2552700"/>
            <a:ext cx="2271343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/>
              <a:t>Recharts</a:t>
            </a:r>
            <a:r>
              <a:rPr lang="en-IN" sz="2400" dirty="0"/>
              <a:t>  </a:t>
            </a:r>
          </a:p>
          <a:p>
            <a:pPr lvl="2" algn="ctr"/>
            <a:r>
              <a:rPr lang="en-IN" dirty="0"/>
              <a:t>(Charts &amp; visualizations)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9429" y="5382280"/>
            <a:ext cx="1742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Frontend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" name="Diagram 40"/>
          <p:cNvGraphicFramePr/>
          <p:nvPr>
            <p:extLst>
              <p:ext uri="{D42A27DB-BD31-4B8C-83A1-F6EECF244321}">
                <p14:modId xmlns:p14="http://schemas.microsoft.com/office/powerpoint/2010/main" val="240204060"/>
              </p:ext>
            </p:extLst>
          </p:nvPr>
        </p:nvGraphicFramePr>
        <p:xfrm>
          <a:off x="8676419" y="6823794"/>
          <a:ext cx="8534400" cy="3050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2" name="Oval 41"/>
          <p:cNvSpPr/>
          <p:nvPr/>
        </p:nvSpPr>
        <p:spPr>
          <a:xfrm>
            <a:off x="13375758" y="647700"/>
            <a:ext cx="3693042" cy="355865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Rounded Rectangle 42"/>
          <p:cNvSpPr/>
          <p:nvPr/>
        </p:nvSpPr>
        <p:spPr>
          <a:xfrm>
            <a:off x="14240640" y="1804377"/>
            <a:ext cx="1963277" cy="990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Python</a:t>
            </a:r>
          </a:p>
          <a:p>
            <a:pPr lvl="2" algn="ctr"/>
            <a:r>
              <a:rPr lang="en-IN" dirty="0"/>
              <a:t>(Core Language)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276686" y="3352693"/>
            <a:ext cx="1685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Backend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6364" y="1422233"/>
            <a:ext cx="7359650" cy="492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spc="295" dirty="0">
                <a:solidFill>
                  <a:srgbClr val="4482F7"/>
                </a:solidFill>
                <a:latin typeface="Trebuchet MS"/>
                <a:cs typeface="Trebuchet MS"/>
              </a:rPr>
              <a:t>UNIQUENESS</a:t>
            </a:r>
            <a:r>
              <a:rPr sz="3050" spc="-114" dirty="0">
                <a:solidFill>
                  <a:srgbClr val="4482F7"/>
                </a:solidFill>
                <a:latin typeface="Trebuchet MS"/>
                <a:cs typeface="Trebuchet MS"/>
              </a:rPr>
              <a:t> </a:t>
            </a:r>
            <a:r>
              <a:rPr sz="3050" dirty="0">
                <a:solidFill>
                  <a:srgbClr val="4482F7"/>
                </a:solidFill>
                <a:latin typeface="Trebuchet MS"/>
                <a:cs typeface="Trebuchet MS"/>
              </a:rPr>
              <a:t>&amp;</a:t>
            </a:r>
            <a:r>
              <a:rPr sz="3050" spc="-110" dirty="0">
                <a:solidFill>
                  <a:srgbClr val="4482F7"/>
                </a:solidFill>
                <a:latin typeface="Trebuchet MS"/>
                <a:cs typeface="Trebuchet MS"/>
              </a:rPr>
              <a:t> </a:t>
            </a:r>
            <a:r>
              <a:rPr sz="3050" spc="345" dirty="0">
                <a:solidFill>
                  <a:srgbClr val="4482F7"/>
                </a:solidFill>
                <a:latin typeface="Trebuchet MS"/>
                <a:cs typeface="Trebuchet MS"/>
              </a:rPr>
              <a:t>INNOVATION</a:t>
            </a:r>
            <a:r>
              <a:rPr sz="3050" spc="-110" dirty="0">
                <a:solidFill>
                  <a:srgbClr val="4482F7"/>
                </a:solidFill>
                <a:latin typeface="Trebuchet MS"/>
                <a:cs typeface="Trebuchet MS"/>
              </a:rPr>
              <a:t> </a:t>
            </a:r>
            <a:r>
              <a:rPr sz="3050" spc="260" dirty="0">
                <a:solidFill>
                  <a:srgbClr val="4482F7"/>
                </a:solidFill>
                <a:latin typeface="Trebuchet MS"/>
                <a:cs typeface="Trebuchet MS"/>
              </a:rPr>
              <a:t>FACTOR</a:t>
            </a:r>
            <a:endParaRPr sz="305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433619" y="9386934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2850">
              <a:latin typeface="Trebuchet MS"/>
              <a:cs typeface="Trebuchet MS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740437902"/>
              </p:ext>
            </p:extLst>
          </p:nvPr>
        </p:nvGraphicFramePr>
        <p:xfrm>
          <a:off x="914400" y="2705100"/>
          <a:ext cx="7696200" cy="60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719436750"/>
              </p:ext>
            </p:extLst>
          </p:nvPr>
        </p:nvGraphicFramePr>
        <p:xfrm>
          <a:off x="9356419" y="2712720"/>
          <a:ext cx="8077200" cy="5930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2531" y="1196192"/>
            <a:ext cx="57391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465" dirty="0">
                <a:solidFill>
                  <a:srgbClr val="4482F7"/>
                </a:solidFill>
                <a:latin typeface="Trebuchet MS"/>
                <a:cs typeface="Trebuchet MS"/>
              </a:rPr>
              <a:t>Feasibility</a:t>
            </a:r>
            <a:r>
              <a:rPr sz="3200" spc="-95" dirty="0">
                <a:solidFill>
                  <a:srgbClr val="4482F7"/>
                </a:solidFill>
                <a:latin typeface="Trebuchet MS"/>
                <a:cs typeface="Trebuchet MS"/>
              </a:rPr>
              <a:t> </a:t>
            </a:r>
            <a:r>
              <a:rPr sz="3200" spc="-160" dirty="0">
                <a:solidFill>
                  <a:srgbClr val="4482F7"/>
                </a:solidFill>
                <a:latin typeface="Trebuchet MS"/>
                <a:cs typeface="Trebuchet MS"/>
              </a:rPr>
              <a:t>&amp;</a:t>
            </a:r>
            <a:r>
              <a:rPr sz="3200" spc="-95" dirty="0">
                <a:solidFill>
                  <a:srgbClr val="4482F7"/>
                </a:solidFill>
                <a:latin typeface="Trebuchet MS"/>
                <a:cs typeface="Trebuchet MS"/>
              </a:rPr>
              <a:t> </a:t>
            </a:r>
            <a:r>
              <a:rPr sz="3200" spc="550" dirty="0">
                <a:solidFill>
                  <a:srgbClr val="4482F7"/>
                </a:solidFill>
                <a:latin typeface="Trebuchet MS"/>
                <a:cs typeface="Trebuchet MS"/>
              </a:rPr>
              <a:t>Challenges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246600" y="9438248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2850">
              <a:latin typeface="Trebuchet MS"/>
              <a:cs typeface="Trebuchet M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735893"/>
              </p:ext>
            </p:extLst>
          </p:nvPr>
        </p:nvGraphicFramePr>
        <p:xfrm>
          <a:off x="712660" y="5363725"/>
          <a:ext cx="16459200" cy="40843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2743527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170677408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450889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effectLst/>
                        </a:rPr>
                        <a:t>Challenge</a:t>
                      </a:r>
                      <a:endParaRPr lang="en-IN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effectLst/>
                        </a:rPr>
                        <a:t>Impact</a:t>
                      </a:r>
                      <a:endParaRPr lang="en-IN" sz="2000" b="1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effectLst/>
                        </a:rPr>
                        <a:t>Technical Solution</a:t>
                      </a:r>
                      <a:endParaRPr lang="en-IN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38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000" dirty="0">
                          <a:effectLst/>
                        </a:rPr>
                        <a:t>Python 3.14 Compatibility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effectLst/>
                        </a:rPr>
                        <a:t>Major libraries like NumPy 1.26 were unstable.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>
                          <a:effectLst/>
                        </a:rPr>
                        <a:t>Forced latest builds and verified environment consistency.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67888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000" dirty="0">
                          <a:effectLst/>
                        </a:rPr>
                        <a:t>Prophet Installation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effectLst/>
                        </a:rPr>
                        <a:t>Failed to compile on the experimental Python build.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effectLst/>
                        </a:rPr>
                        <a:t>Implemented a Linear Fallback model to ensure forecasting never stops.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29059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000" dirty="0">
                          <a:effectLst/>
                        </a:rPr>
                        <a:t>Library Errors (</a:t>
                      </a:r>
                      <a:r>
                        <a:rPr lang="en-IN" sz="2000" dirty="0" err="1">
                          <a:effectLst/>
                        </a:rPr>
                        <a:t>statsmodels</a:t>
                      </a:r>
                      <a:r>
                        <a:rPr lang="en-IN" sz="2000" dirty="0">
                          <a:effectLst/>
                        </a:rPr>
                        <a:t>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effectLst/>
                        </a:rPr>
                        <a:t>Caused LSTM/ETS forecasting failures.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effectLst/>
                        </a:rPr>
                        <a:t>Built a Graceful Degradation system—the app stays live even if one model fails.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08664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effectLst/>
                        </a:rPr>
                        <a:t>Network Constraints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effectLst/>
                        </a:rPr>
                        <a:t>Large ML packages (XGBoost 100MB+) failed to download.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effectLst/>
                        </a:rPr>
                        <a:t>Performed manual local installations and bypassed pip timeouts.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17196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000" dirty="0">
                          <a:effectLst/>
                        </a:rPr>
                        <a:t>API Limitations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effectLst/>
                        </a:rPr>
                        <a:t>Real-time keys are costly or slow to acquire.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>
                          <a:effectLst/>
                        </a:rPr>
                        <a:t>Engineered a Synthetic Data Pipeline that mimics real-world market signals for the demo.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53951757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57226" y="1747898"/>
            <a:ext cx="179403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It’s Feasible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MVP: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fully working prototype in just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 hours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proving the core engine is buildable.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is "plug-and-play." You can update the AI model without breaking the data pipeline.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Data Access: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We’ve identified high-quality, free-tier APIs for production (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Adzuna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jobs,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USPTO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patents,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research).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Ready: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entire app is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Dockerized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meaning it can be deployed to the cloud in minutes.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Path: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stack is designed to scale easily by adding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storage and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speed.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4596" y="1294114"/>
            <a:ext cx="625320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200" spc="525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IN" sz="3200" spc="-10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spc="-16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3200" spc="-95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spc="385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246600" y="9464520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2857500"/>
            <a:ext cx="15163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hlinkClick r:id="rId3"/>
              </a:rPr>
              <a:t>https://www3.weforum.org/docs/WEF_Future_of_Jobs_2023.pdf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  <a:hlinkClick r:id="rId4"/>
              </a:rPr>
              <a:t>https://www.kornferry.com/content/dam/kornferry/docs/pdfs/KF-Future-of-Work-Talent-Crunch-Report.pdf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XGBoost</a:t>
            </a:r>
            <a:r>
              <a:rPr lang="en-US" sz="2400" dirty="0">
                <a:solidFill>
                  <a:schemeClr val="bg1"/>
                </a:solidFill>
              </a:rPr>
              <a:t> Original Paper — Chen &amp; </a:t>
            </a:r>
            <a:r>
              <a:rPr lang="en-US" sz="2400" dirty="0" err="1">
                <a:solidFill>
                  <a:schemeClr val="bg1"/>
                </a:solidFill>
              </a:rPr>
              <a:t>Guestrin</a:t>
            </a:r>
            <a:r>
              <a:rPr lang="en-US" sz="2400" dirty="0">
                <a:solidFill>
                  <a:schemeClr val="bg1"/>
                </a:solidFill>
              </a:rPr>
              <a:t> (2016)</a:t>
            </a:r>
          </a:p>
          <a:p>
            <a:r>
              <a:rPr lang="sv-SE" sz="2400" dirty="0">
                <a:solidFill>
                  <a:schemeClr val="bg1"/>
                </a:solidFill>
              </a:rPr>
              <a:t>SHAP Paper — Lundberg &amp; Lee (2017)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Prophet Paper — Taylor &amp; </a:t>
            </a:r>
            <a:r>
              <a:rPr lang="en-US" sz="2400" dirty="0" err="1">
                <a:solidFill>
                  <a:schemeClr val="bg1"/>
                </a:solidFill>
              </a:rPr>
              <a:t>Letham</a:t>
            </a:r>
            <a:r>
              <a:rPr lang="en-US" sz="2400" dirty="0">
                <a:solidFill>
                  <a:schemeClr val="bg1"/>
                </a:solidFill>
              </a:rPr>
              <a:t>, Facebook (2018)</a:t>
            </a:r>
          </a:p>
          <a:p>
            <a:r>
              <a:rPr lang="en-US" sz="2400" dirty="0">
                <a:solidFill>
                  <a:schemeClr val="bg1"/>
                </a:solidFill>
              </a:rPr>
              <a:t>Knowledge Graphs Survey — Hogan et al. (2021)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Tools &amp; Technologies Referenced</a:t>
            </a:r>
          </a:p>
          <a:p>
            <a:pPr marL="342900" indent="-342900">
              <a:buFontTx/>
              <a:buChar char="-"/>
            </a:pPr>
            <a:r>
              <a:rPr lang="en-IN" sz="2400" dirty="0" err="1">
                <a:solidFill>
                  <a:schemeClr val="bg1"/>
                </a:solidFill>
              </a:rPr>
              <a:t>spaCy</a:t>
            </a:r>
            <a:r>
              <a:rPr lang="en-IN" sz="2400" dirty="0">
                <a:solidFill>
                  <a:schemeClr val="bg1"/>
                </a:solidFill>
              </a:rPr>
              <a:t> documentation -- Industrial NLP</a:t>
            </a:r>
          </a:p>
          <a:p>
            <a:pPr marL="342900" indent="-342900">
              <a:buFontTx/>
              <a:buChar char="-"/>
            </a:pPr>
            <a:r>
              <a:rPr lang="en-IN" sz="2400" dirty="0" err="1">
                <a:solidFill>
                  <a:schemeClr val="bg1"/>
                </a:solidFill>
              </a:rPr>
              <a:t>FastAPI</a:t>
            </a:r>
            <a:r>
              <a:rPr lang="en-IN" sz="2400" dirty="0">
                <a:solidFill>
                  <a:schemeClr val="bg1"/>
                </a:solidFill>
              </a:rPr>
              <a:t> docs -- Modern Python APIs</a:t>
            </a:r>
          </a:p>
          <a:p>
            <a:pPr marL="342900" indent="-342900">
              <a:buFontTx/>
              <a:buChar char="-"/>
            </a:pPr>
            <a:r>
              <a:rPr lang="en-IN" sz="2400" dirty="0" err="1">
                <a:solidFill>
                  <a:schemeClr val="bg1"/>
                </a:solidFill>
              </a:rPr>
              <a:t>NetworkX</a:t>
            </a:r>
            <a:r>
              <a:rPr lang="en-IN" sz="2400" dirty="0">
                <a:solidFill>
                  <a:schemeClr val="bg1"/>
                </a:solidFill>
              </a:rPr>
              <a:t> -- Graph algorithms</a:t>
            </a:r>
          </a:p>
          <a:p>
            <a:pPr marL="342900" indent="-342900">
              <a:buFontTx/>
              <a:buChar char="-"/>
            </a:pPr>
            <a:r>
              <a:rPr lang="en-IN" sz="2400" dirty="0">
                <a:solidFill>
                  <a:schemeClr val="bg1"/>
                </a:solidFill>
              </a:rPr>
              <a:t>Pandas -- Data manipulation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Words>962</Words>
  <Application>Microsoft Office PowerPoint</Application>
  <PresentationFormat>Custom</PresentationFormat>
  <Paragraphs>152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Google Sans Text</vt:lpstr>
      <vt:lpstr>Times New Roman</vt:lpstr>
      <vt:lpstr>Trebuchet MS</vt:lpstr>
      <vt:lpstr>Office Theme</vt:lpstr>
      <vt:lpstr>PowerPoint Presentation</vt:lpstr>
      <vt:lpstr>HACK KRMU 5.0</vt:lpstr>
      <vt:lpstr>HACK KRMU 5.0</vt:lpstr>
      <vt:lpstr>HACK KRMU 5.0</vt:lpstr>
      <vt:lpstr>HACK KRMU 5.0</vt:lpstr>
      <vt:lpstr>HACK KRMU 5.0</vt:lpstr>
      <vt:lpstr>HACK KRMU 5.0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KRMU PPT TEMPLATE</dc:title>
  <dc:creator>Krish Aggarwal</dc:creator>
  <cp:keywords>DAHBqzsT4lM,BAGhmCu1ZoY,0</cp:keywords>
  <cp:lastModifiedBy>kartik patidar</cp:lastModifiedBy>
  <cp:revision>17</cp:revision>
  <dcterms:created xsi:type="dcterms:W3CDTF">2026-02-18T12:10:33Z</dcterms:created>
  <dcterms:modified xsi:type="dcterms:W3CDTF">2026-02-19T20:33:11Z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2026-02-18T00:00:00Z</vt:filetime>
  </property>
  <property fmtid="{D5CDD505-2E9C-101B-9397-08002B2CF9AE}" pid="5" name="Producer">
    <vt:lpwstr>Canva</vt:lpwstr>
  </property>
</Properties>
</file>